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: filtrage et tri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WHERE, LIKE, ORDER BY, LIMIT, alias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P2 P3 | LO2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de base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* FROM artiste; (toutes les colonnes)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nom, email FROM artiste; (colonnes spécifiques)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DISTINCT genre FROM ... (sans doublons)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nom AS artiste_nom FROM ... (alias)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SELECT CONCAT(prenom, ' ', nom) AS nom_complet FROM ...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: filtrer les résultats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, &lt;&gt; , &gt; , &lt; , &gt;= , &lt;=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611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611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611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10 AND 20 (inclusif)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707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707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707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('rock', 'jazz', 'pop')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03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803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'A%' (commence par A), '%son' (finit par son), '%ali%' (contient ali)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489960"/>
            <a:ext cx="8229600" cy="57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4899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4899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NULL / IS NOT NULL (⚠️ pas = NULL !)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99560"/>
            <a:ext cx="8229600" cy="57912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099560"/>
            <a:ext cx="54864" cy="5791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099560"/>
            <a:ext cx="777240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 pour combiner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BY et LIMIT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prix ASC (croissant, par défaut)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prix DESC (décroissant)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nom ASC, prenom ASC (multi-colonnes)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10 (les 10 premières lignes)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10 OFFSET 20 (lignes 21 à 30 = pagination)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requêtes progressives SwissSound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47A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Niveau 1 : SELECT simple, WHERE basique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: LIKE, IN, BETWEEN, IS NULL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 : ORDER BY + LIMIT, combinaisons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E3F2FD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4 : alias, CONCAT, fonctions de date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: 10 requêtes autonomes à écrire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12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12 — SELECT : filtrage et tri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de base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FROM artiste; (toutes les colonnes) | SELECT nom, email FROM artiste; (colonnes spécifiques) | SELECT DISTINCT 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: filtrer les résultats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, &lt;&gt; , &gt; , &lt; , &gt;= , &lt;= | BETWEEN 10 AND 20 (inclusif) | IN ('rock', 'jazz', 'pop')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ORDER BY et LIMIT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prix ASC (croissant, par défaut) | ORDER BY prix DESC (décroissant) | ORDER BY nom ASC, prenom ASC (multi-colon...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requêtes progressives SwissSound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: SELECT simple, WHERE basique | Niveau 2 : LIKE, IN, BETWEEN, IS NULL | Niveau 3 : ORDER BY + LIMIT, combinais...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12 — SELECT : filtrage et tri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