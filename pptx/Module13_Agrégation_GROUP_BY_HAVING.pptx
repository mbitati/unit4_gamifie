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COUNT(*) vs COUNT(col) est une question classique d'examen.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Visualiser les groupes : dessiner au tableau comment GROUP BY 'découpe' les données en groupes.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L'ordre d'exécution est crucial pour comprendre pourquoi HAVING et pas 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fonctions sont très utiles pour le 'dashboard' SQL de SwissSound.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sous-requêtes sont puissantes mais peuvent être lentes. Montrer l'équivalent avec JOIN.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dashboard SQL est un excellent exercice pour M3 (extraction de données significatives).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Agrégation GROUP BY HAVING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· SUM · AVG · Fonctions MySQL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P3 M3 | LO2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Fonctions d'agrégation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COUNT(*) : nombre total de lignes (inclut NULL)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COUNT(colonne) : lignes où colonne ≠ NULL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SUM(montant_total) : somme des montants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AVG(prix) : moyenne des prix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MIN(date_inscription) : date la plus ancienne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MAX(tarif_horaire) : tarif le plus élevé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ROUND(AVG(prix), 2) : arrondir à 2 décimales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BY : regrouper les résultats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id_artiste, COUNT(*) AS nb_albums FROM album GROUP BY id_artiste;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Règle : si SELECT mélange agrégation + colonnes normales → GROUP BY obligatoire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valeur distincte de GROUP BY = un groupe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SUM, COUNT, AVG sont calculées PAR groupe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grouper par plusieurs colonnes 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YEAR(date_session), MONTH(date_session), COUNT(*) FROM session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 YEAR(date_session), MONTH(date_session);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HAVING vs WHERE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filtre les LIGNES avant GROUP BY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HAVING filtre les GROUPES après agrégation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WHERE COUNT(*) &gt; 5  — impossible (COUNT n'existe pas encore)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HAVING COUNT(*) &gt; 5  — filtre les groupes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d'exécution SQL 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→ WHERE → GROUP BY → HAVING → SELECT → ORDER BY → LIMIT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peut combiner WHERE et HAVING dans la même requête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Fonctions MySQL utiles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YEAR(date), MONTH(date), DAY(date) — extraire parties de date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05890"/>
            <a:ext cx="8229600" cy="46405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0589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0589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CONCAT(prenom, ' ', nom) — concaténer des textes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9738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9738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9738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UPPER(nom), LOWER(email) — majuscules/minuscules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88870"/>
            <a:ext cx="8229600" cy="46405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8887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8887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ROUND(valeur, 2) — arrondir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8036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NOW() — date et heure actuelles | CURDATE() — date seulement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71850"/>
            <a:ext cx="8229600" cy="46405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185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7185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DATEDIFF(date1, date2) — différence en jours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6334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6334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6334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IFNULL(colonne, 'N/A') — remplacer NULL par une valeur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54830"/>
            <a:ext cx="8229600" cy="46405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35483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5483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TIMESTAMPDIFF(HOUR, debut, fin) — différence en heures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Sous-requêtes dans WHERE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* FROM album WHERE prix &gt; (SELECT AVG(prix) FROM album);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Albums dont le prix est supérieur à la moyenne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* FROM artiste WHERE id_artiste 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(SELECT id_artiste FROM album GROUP BY id_artiste HAVING COUNT(*) &gt; 1);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Artistes ayant plus d'un album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sous-requête s'exécute EN PREMIER, puis le résultat est utilisé par la requête principale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: souvent remplaçable par un JOIN (parfois plus performant)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Module 13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10 requêtes avec agrégation + GROUP BY + HAVING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 des factures payées (SUM + WHERE)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d'albums par artiste (COUNT + GROUP BY)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Artistes avec plus de 1 album (HAVING COUNT &gt; 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mensuel en 2025 (GROUP BY YEAR, MONTH)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 'dashboard SQL' : 5 KPI SwissSound en une requête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utiliser une sous-requête pour trouver l'artiste avec le plus de sessions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🎮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Comptable Fou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Calculez les bons totaux pour SwissSound 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13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Déblocable après complétion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2860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COUNT(*) vs COUNT(col)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960120"/>
            <a:ext cx="5943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601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= toutes lignes, col = ignore NULL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BY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4630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si SELECT mélange agrégation + colonnes normales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2860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65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965960"/>
            <a:ext cx="5943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9659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les GROUPES (après agrégation). WHERE filtre les LIGNES (avant)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688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Ordre SQL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46888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4688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FROM→WHERE→GROUP BY→HAVING→SELECT→ORDER BY→LIMIT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2860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71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Fonctions date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971800"/>
            <a:ext cx="5943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29718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YEAR(), MONTH(), NOW(), DATEDIFF(), TIMESTAMPDIFF()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74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Sous-requête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347472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4747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dans WHERE : résultat utilisé comme filtre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13</dc:title>
  <dc:subject>PptxGenJS Presentation</dc:subject>
  <dc:creator>PptxGenJS</dc:creator>
  <cp:lastModifiedBy>PptxGenJS</cp:lastModifiedBy>
  <cp:revision>1</cp:revision>
  <dcterms:created xsi:type="dcterms:W3CDTF">2026-03-22T04:56:49Z</dcterms:created>
  <dcterms:modified xsi:type="dcterms:W3CDTF">2026-03-22T04:56:49Z</dcterms:modified>
</cp:coreProperties>
</file>