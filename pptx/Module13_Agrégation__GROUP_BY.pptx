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Agrégation + GROUP BY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HAVING, fonctions MySQL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P3 M3 | LO2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d'agrégation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: nombre total de lignes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COUNT(colonne) : lignes où colonne ≠ NULL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SUM(montant) : somme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AVG(prix) : moyenne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MIN(date) / MAX(prix) : minimum / maximum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BY : regrouper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genre, COUNT(*) FROM artiste GROUP BY genre;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Obligatoire si SELECT mélange agrégation + colonnes normales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valeur distincte de GROUP BY = un groupe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COUNT, AVG calculées PAR groupe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grouper par plusieurs colonnes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vs WHERE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filtre les LIGNES avant GROUP BY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filtre les GROUPES après agrégation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prix &gt; 20 (filtre chaque ligne)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COUNT(*) &gt; 5 (filtre les groupes)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combiner les deux dans la même requête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MySQL utiles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YEAR(date), MONTH(date), DAY(date)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CONCAT(a, ' ', b), UPPER(nom), LOWER(email)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ROUND(valeur, 2), IFNULL(col, 'N/A')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NOW(), CURDATE(), DATEDIFF(fin, debut)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Sous-requête : WHERE prix &gt; (SELECT AVG(prix) FROM album)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13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13 — Agrégation + GROUP BY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d'agrégation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: nombre total de lignes | COUNT(colonne) : lignes où colonne ≠ NULL | SUM(montant) : somme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BY : regrouper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genre, COUNT(*) FROM artiste GROUP BY genre; | Obligatoire si SELECT mélange agrégation + colonnes normales | Cha...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vs WHERE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filtre les LIGNES avant GROUP BY | HAVING filtre les GROUPES après agrégation | WHERE prix &gt; 20 (filtre chaque lig...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MySQL utiles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YEAR(date), MONTH(date), DAY(date) | CONCAT(a, ' ', b), UPPER(nom), LOWER(email) | ROUND(valeur, 2), IFNULL(col, 'N/A')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 — Agrégation + GROUP BY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