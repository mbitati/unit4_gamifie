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rgbClr val="2E7D3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4572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828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22860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 aux BDD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Relationnelle vs non-relationnelle, vocabulaire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AAA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4 — Database Design &amp; Development | SwissSound Studios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888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BTEC : P1 | LO1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Qu'est-ce qu'une base de données 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organisée de données structurées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659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659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Gérée par un SGBD (MySQL, PostgreSQL, Oracle...)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8803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880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 : stocker, retrouver, modifier, supprimer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7947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794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Utilisée partout : e-commerce, banques, hôpitaux, réseaux sociaux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Relationnelle vs Non-relationnelle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Relationnelle (SQL) : tables, lignes, colonnes, relations — MySQL, PostgreSQL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6596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9659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659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Non-relationnelle (NoSQL) : documents, clé-valeur, graphes — MongoDB, Redis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8803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8803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8803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: structure fixe, intégrité forte, requêtes complexes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7947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7947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NoSQL : flexible, scalable, données non structurées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Vocabulaire essentiel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= relation (ensemble de données du même type)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Ligne = enregistrement = tuple (une entrée)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 = champ = attribut (une propriété)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SGBD = logiciel qui gère la BDD (MySQL)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= structure de la BDD (tables + relations)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4/7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Rôle des BDD dans les organisations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des applications web et mobiles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 : produits, commandes, clients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: analyse de données massives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: registres distribués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SwissSound : artistes, albums, sessions, factures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Outils du cours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0515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105156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05156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8.x — SGBD relationnel (serveur)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78308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178308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HeidiSQL — Client graphique (interface)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5146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" y="251460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251460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Workbench — Modélisation EER + SQL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8229600" cy="64008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24612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324612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Draw.io — Diagrammes (DER, DFD, UML)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7200" y="3977640"/>
            <a:ext cx="54864" cy="64008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8" name="Text 16"/>
          <p:cNvSpPr/>
          <p:nvPr/>
        </p:nvSpPr>
        <p:spPr>
          <a:xfrm>
            <a:off x="731520" y="39776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 — Mini-jeux interactifs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5E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45720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🎮 Mini-jeu : Module 1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14400" y="23774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interactif + Score + Correction automatique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solidFill>
            <a:srgbClr val="FF6F00"/>
          </a:solidFill>
          <a:ln/>
        </p:spPr>
      </p:sp>
      <p:sp>
        <p:nvSpPr>
          <p:cNvPr id="6" name="Text 3"/>
          <p:cNvSpPr/>
          <p:nvPr/>
        </p:nvSpPr>
        <p:spPr>
          <a:xfrm>
            <a:off x="2286000" y="32004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▶  Lancer le jeu sur Vercel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📋 Mémo Module 1 — Introduction aux BDD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457200" y="731520"/>
            <a:ext cx="8229600" cy="320040"/>
          </a:xfrm>
          <a:prstGeom prst="rect">
            <a:avLst/>
          </a:prstGeom>
          <a:solidFill>
            <a:srgbClr val="FFF3E0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7315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🔒 Ce mémo se débloque quand toutes les phases du module sont terminées !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7132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18872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Qu'est-ce qu'une base de données ?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291840" y="118872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 organisée de données structurées | Gérée par un SGBD (MySQL, PostgreSQL, Oracle...) | Permet : stocker, retro...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6596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Relationnelle vs Non-relationnelle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291840" y="196596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Relationnelle (SQL) : tables, lignes, colonnes, relations — MySQL, PostgreSQL | Non-relationnelle (NoSQL) : documents, c...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8229600" cy="7132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74320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Vocabulaire essentiel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291840" y="274320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= relation (ensemble de données du même type) | Ligne = enregistrement = tuple (une entrée) | Colonne = champ = at...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520440"/>
            <a:ext cx="8229600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52044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Rôle des BDD dans les organisations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91840" y="352044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Back-end des applications web et mobiles | E-commerce : produits, commandes, clients | Data mining : analyse de données ...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4297680"/>
            <a:ext cx="8229600" cy="713232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297680"/>
            <a:ext cx="2560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Outils du cours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91840" y="4297680"/>
            <a:ext cx="52120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8.x — SGBD relationnel (serveur) | HeidiSQL — Client graphique (interface) | MySQL Workbench — Modélisation EER + ...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1 — Introduction aux BDD</dc:title>
  <dc:subject>PptxGenJS Presentation</dc:subject>
  <dc:creator>Tatiana Mbi</dc:creator>
  <cp:lastModifiedBy>Tatiana Mbi</cp:lastModifiedBy>
  <cp:revision>1</cp:revision>
  <dcterms:created xsi:type="dcterms:W3CDTF">2026-03-22T04:42:30Z</dcterms:created>
  <dcterms:modified xsi:type="dcterms:W3CDTF">2026-03-22T04:42:30Z</dcterms:modified>
</cp:coreProperties>
</file>