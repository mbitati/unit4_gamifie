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651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F57C0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45720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17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22860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 de tests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White/black box, données de test, traçabilité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 — Database Design &amp; Development | SwissSound Studios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BTEC : P4 M4 | LO3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7C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Pourquoi tester une BDD 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F57C0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que les contraintes fonctionnent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6400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783080"/>
            <a:ext cx="54864" cy="640080"/>
          </a:xfrm>
          <a:prstGeom prst="rect">
            <a:avLst/>
          </a:prstGeom>
          <a:solidFill>
            <a:srgbClr val="F57C0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que les requêtes retournent les bons résultats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514600"/>
            <a:ext cx="54864" cy="640080"/>
          </a:xfrm>
          <a:prstGeom prst="rect">
            <a:avLst/>
          </a:prstGeom>
          <a:solidFill>
            <a:srgbClr val="F57C00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14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que la sécurité bloque les accès non autorisés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F57C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246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la robustesse (données invalides, cas limites)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977640"/>
            <a:ext cx="54864" cy="640080"/>
          </a:xfrm>
          <a:prstGeom prst="rect">
            <a:avLst/>
          </a:prstGeom>
          <a:solidFill>
            <a:srgbClr val="F57C00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977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les résultats pour le rapport BTEC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7C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White box vs Black box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F57C0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box : on CONNAÎT le code/la structure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6400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783080"/>
            <a:ext cx="54864" cy="640080"/>
          </a:xfrm>
          <a:prstGeom prst="rect">
            <a:avLst/>
          </a:prstGeom>
          <a:solidFill>
            <a:srgbClr val="F57C0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51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Tester chaque contrainte, chaque requête SQL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514600"/>
            <a:ext cx="54864" cy="640080"/>
          </a:xfrm>
          <a:prstGeom prst="rect">
            <a:avLst/>
          </a:prstGeom>
          <a:solidFill>
            <a:srgbClr val="F57C00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14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box : on teste les RÉSULTATS sans voir le code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F57C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246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51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Tester les fonctionnalités comme un utilisateur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977640"/>
            <a:ext cx="54864" cy="640080"/>
          </a:xfrm>
          <a:prstGeom prst="rect">
            <a:avLst/>
          </a:prstGeom>
          <a:solidFill>
            <a:srgbClr val="F57C00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977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: on fait les deux (white box + black box)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7C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Données de test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F57C0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Normales : données valides typiques (nom = 'Léman')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6400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783080"/>
            <a:ext cx="54864" cy="640080"/>
          </a:xfrm>
          <a:prstGeom prst="rect">
            <a:avLst/>
          </a:prstGeom>
          <a:solidFill>
            <a:srgbClr val="F57C0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51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Limites : valeurs aux bornes (VARCHAR(100) → exactement 100 caractères)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514600"/>
            <a:ext cx="54864" cy="640080"/>
          </a:xfrm>
          <a:prstGeom prst="rect">
            <a:avLst/>
          </a:prstGeom>
          <a:solidFill>
            <a:srgbClr val="F57C00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14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Erronées : données volontairement invalides (email sans @, prix négatif)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F57C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246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: tester les champs obligatoires et optionnels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977640"/>
            <a:ext cx="54864" cy="640080"/>
          </a:xfrm>
          <a:prstGeom prst="rect">
            <a:avLst/>
          </a:prstGeom>
          <a:solidFill>
            <a:srgbClr val="F57C00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977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: 3 types de données par cas de test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7C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Matrice de traçabilité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F57C0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51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Chaque besoin du cahier des charges → au moins 1 test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6400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783080"/>
            <a:ext cx="54864" cy="640080"/>
          </a:xfrm>
          <a:prstGeom prst="rect">
            <a:avLst/>
          </a:prstGeom>
          <a:solidFill>
            <a:srgbClr val="F57C0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Besoin | Test | Données | Résultat attendu | Statut |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514600"/>
            <a:ext cx="54864" cy="640080"/>
          </a:xfrm>
          <a:prstGeom prst="rect">
            <a:avLst/>
          </a:prstGeom>
          <a:solidFill>
            <a:srgbClr val="F57C00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14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 = nb besoins testés / nb besoins total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F57C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246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: 100% de couverture des besoins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977640"/>
            <a:ext cx="54864" cy="640080"/>
          </a:xfrm>
          <a:prstGeom prst="rect">
            <a:avLst/>
          </a:prstGeom>
          <a:solidFill>
            <a:srgbClr val="F57C00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977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Excel fourni pour SwissSound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651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45720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🎮 Mini-jeu : Module 17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914400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interactif + Score + Correction automatique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2286000" y="3200400"/>
            <a:ext cx="4572000" cy="54864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3"/>
          <p:cNvSpPr/>
          <p:nvPr/>
        </p:nvSpPr>
        <p:spPr>
          <a:xfrm>
            <a:off x="2286000" y="32004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Lancer le jeu sur Vercel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Mémo Module 17 — Plan de tests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32004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7315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Ce mémo se débloque quand toutes les phases du module sont terminées !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8872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Pourquoi tester une BDD ?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91840" y="118872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que les contraintes fonctionnent | Vérifier que les requêtes retournent les bons résultats | Vérifier que la sé...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6596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White box vs Black box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91840" y="196596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box : on CONNAÎT le code/la structure | → Tester chaque contrainte, chaque requête SQL | Black box : on teste les ...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8229600" cy="713232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74320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Données de test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91840" y="274320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Normales : données valides typiques (nom = 'Léman') | Limites : valeurs aux bornes (VARCHAR(100) → exactement 100 caract...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520440"/>
            <a:ext cx="822960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52044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51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Matrice de traçabilité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91840" y="352044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besoin du cahier des charges → au moins 1 test | | Besoin | Test | Données | Résultat attendu | Statut | | Couver...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17 — Plan de tests</dc:title>
  <dc:subject>PptxGenJS Presentation</dc:subject>
  <dc:creator>Tatiana Mbi</dc:creator>
  <cp:lastModifiedBy>Tatiana Mbi</cp:lastModifiedBy>
  <cp:revision>1</cp:revision>
  <dcterms:created xsi:type="dcterms:W3CDTF">2026-03-22T04:42:30Z</dcterms:created>
  <dcterms:modified xsi:type="dcterms:W3CDTF">2026-03-22T04:42:30Z</dcterms:modified>
</cp:coreProperties>
</file>