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tests sont une EXIGENCE professionnelle, pas une option.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pratique, les étudiants font surtout du white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3 types sont OBLIGATOIRES. M4 demande de JUSTIFIER le choix.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fourni. Colonnes 'Obtenu' et 'Statut' remplies au Module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matrice de traçabilité relie les tests aux besoins. C'est la preuve que tout est couvert.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plan sera execute au Module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F3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E6510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17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de tests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White/black box, donnees normales/limites/erronees, tracabilite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P4 M4 | LO3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tester une BDD 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que les contraintes FONCTIONNENT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que les requetes retournent les BONS resultats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que la securite BLOQUE les acces non autorises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Prouver la robustesse face aux donnees invalides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les resultats pour le rapport BTEC (P4)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tests, on ne peut PAS prouver que le systeme marche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White box vs Black box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64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BOX : le testeur CONNAIT le code/la structure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60170"/>
            <a:ext cx="8229600" cy="46405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6017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6017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Tester chaque contrainte SQL individuellement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51660"/>
            <a:ext cx="8229600" cy="464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5166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5166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Verifier chaque requete SELECT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43150"/>
            <a:ext cx="8229600" cy="46405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4315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4315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Tester chaque procedure stockee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8229600" cy="464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3464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3464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BOX : le testeur ne voit que entrees/sorties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26130"/>
            <a:ext cx="8229600" cy="46405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2613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2613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Tester les formulaires : email invalide → rejet ?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17620"/>
            <a:ext cx="8229600" cy="464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1762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1762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Tester les fonctionnalites : ajout artiste → il apparait ?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309110"/>
            <a:ext cx="8229600" cy="46405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430911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30911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: on fait les DEUX types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types de donnees de test (OBLIGATOIRE)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NORMALES : valides, typiques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05560"/>
            <a:ext cx="8229600" cy="40944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0556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0556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nom = 'Leman', prix = 24.90, email = 'test@mail.ch'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74244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74244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74244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36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LIMITES : aux bornes exactes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179320"/>
            <a:ext cx="8229600" cy="40944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17932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17932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VARCHAR(100) → chaine de 100 car exactement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61620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61620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61620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CHECK prix &gt;= 0 → prix = 0 (limite basse)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053080"/>
            <a:ext cx="8229600" cy="40944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05308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05308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ERRONEES : volontairement invalides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48996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48996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48996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email = 'pasunemail', prix = -5, FK id = 99999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926840"/>
            <a:ext cx="8229600" cy="40944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392684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392684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 systeme DOIT les rejeter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436372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436372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36372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test : 1 normale + 1 limite + 1 erronee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de test — template SwissSound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ID | Description | Type | Entree | Attendu | Obtenu | Statut |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T01 | INSERT artiste valide | Normal | nom='Test' | Succes | — | — |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T02 | INSERT email doublon | Errone | email existant | Err 1062 | — | — |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T03 | INSERT FK invalide | Errone | id_artiste=999 | Err 1452 | — | — |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T04 | DELETE artiste+albums | Errone | RESTRICT | Err 1451 | — | — |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T05 | SELECT actifs | Normal | actif=1 | 19 lignes | — | — |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cas minimum : contraintes, requetes, securite, procedures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Matrice de tracabilite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BESOIN du cahier des charges → au moins 1 test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artiste → T01, T02, T03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Reserver session → T06, T07, T08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Securite comptable → T18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Integrite FK → T03, T04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besoin n'a PAS de test → couverture incomplete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couverture 100% des besoins critiques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17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Rediger 20 cas de test (template fourni)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Couvrir : 5 contraintes, 5 SELECT, 5 JOIN, 3 securite, 2 procedures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Pour chaque : donnees normales + limites + erronees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Creer la matrice de tracabilite (test ↔ besoin)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Calculer le taux de couverture vise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: 5 cas limites extremes (NULL, 0, overflow, '' vide)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F3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Testeur Fou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371600" y="2468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Predisez les resultats avant d'executer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 Module 17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57200" y="640080"/>
            <a:ext cx="2286000" cy="42976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White box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743200" y="640080"/>
            <a:ext cx="5943600" cy="42976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6" name="Text 4"/>
          <p:cNvSpPr/>
          <p:nvPr/>
        </p:nvSpPr>
        <p:spPr>
          <a:xfrm>
            <a:off x="2834640" y="6400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connait le code, teste chaque contrainte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2860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0972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Black box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0" y="1097280"/>
            <a:ext cx="59436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10972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teste entrees/sorties sans voir le code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554480"/>
            <a:ext cx="2286000" cy="42976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544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Normales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0" y="1554480"/>
            <a:ext cx="5943600" cy="42976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4" name="Text 12"/>
          <p:cNvSpPr/>
          <p:nvPr/>
        </p:nvSpPr>
        <p:spPr>
          <a:xfrm>
            <a:off x="2834640" y="15544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valides typiques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22860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0116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0" y="2011680"/>
            <a:ext cx="59436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2834640" y="20116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 bornes (max VARCHAR, CHECK = 0)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286000" cy="42976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4688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Erronees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0" y="2468880"/>
            <a:ext cx="5943600" cy="42976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2" name="Text 20"/>
          <p:cNvSpPr/>
          <p:nvPr/>
        </p:nvSpPr>
        <p:spPr>
          <a:xfrm>
            <a:off x="2834640" y="24688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Invalides — le systeme DOIT rejeter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926080"/>
            <a:ext cx="22860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9260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Tracabilite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926080"/>
            <a:ext cx="59436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2834640" y="29260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besoin couvert par 1+ test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383280"/>
            <a:ext cx="2286000" cy="42976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3832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Template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0" y="3383280"/>
            <a:ext cx="5943600" cy="42976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30" name="Text 28"/>
          <p:cNvSpPr/>
          <p:nvPr/>
        </p:nvSpPr>
        <p:spPr>
          <a:xfrm>
            <a:off x="2834640" y="33832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description, type, entree, attendu, obtenu, statut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2026-03-24T08:01:32Z</dcterms:created>
  <dcterms:modified xsi:type="dcterms:W3CDTF">2026-03-24T08:01:32Z</dcterms:modified>
</cp:coreProperties>
</file>