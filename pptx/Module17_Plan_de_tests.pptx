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tests, on ne peut pas prouver que le système fonctionne. C'est une exigence professionnelle.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pratique, les étudiants feront surtout du white box (ils connaissent le 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types sont OBLIGATOIRES pour un plan de test complet. M4 demande de JUSTIFIER le choix.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Excel fourni. Les colonnes 'Résultat obtenu' et 'Statut' seront remplies au Module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de test sera exécuté au Module 18. Bien le préparer maintenant.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tests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White/black box · Données de test · Traçabilité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P4 M4 | LO3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tester une BDD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contraintes FONCTIONNENT (NOT NULL, FK, CHECK...)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requêtes retournent les BONS résultats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la sécurité BLOQUE les accès non autorisés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robustesse face aux données invalides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résultats pour le rapport BTEC (P4)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prouvent que le système MARCHE comme prévu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 box vs Black box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 : le testeur CONNAÎT le code/la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chaque contrainte SQL individuellement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Vérifier chaque requête SELECT retourne le bon résultat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chaque procédure stockée avec différents paramètres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: le testeur ne voit que les entrées/sorties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les formulaires : saisir un email invalide → rejet 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Tester les fonctionnalités : ajouter un artiste → il apparaît 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on fait les DEUX types de tests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de test : 3 types obligatoires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9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: données valides typiques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1280"/>
            <a:ext cx="8229600" cy="40944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5128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5128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 = 'Léman', prix = 24.90, email = 'test@mail.ch'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8160"/>
            <a:ext cx="8229600" cy="409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816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8816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36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LIMITES : valeurs aux bornes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25040"/>
            <a:ext cx="8229600" cy="40944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2504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22504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VARCHAR(100) → chaîne de 100 caractères exactement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61920"/>
            <a:ext cx="8229600" cy="409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6192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6192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prix &gt;= 0 → prix = 0 (limite basse)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98800"/>
            <a:ext cx="8229600" cy="40944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880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9880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ERRONÉES : données volontairement invalides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35680"/>
            <a:ext cx="8229600" cy="409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3568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3568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email = 'pasunemail', prix = -5, FK id_artiste = 99999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72560"/>
            <a:ext cx="8229600" cy="40944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7256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7256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système DOIT les rejeter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09440"/>
            <a:ext cx="8229600" cy="409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409440"/>
            <a:ext cx="45720" cy="4094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409440"/>
            <a:ext cx="7818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test : 1 donnée normale + 1 limite + 1 erronée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test — template SwissSound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ID | Description | Type | Entrée | Résultat attendu | Résultat obtenu | Statut |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T01 | INSERT artiste valide | Normal | nom='Test' | Succès, 1 ligne insérée | — | — |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T02 | INSERT email doublon | Erroné | email existant | Erreur 1062 | — | — |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T03 | INSERT FK invalide | Erroné | id_artiste=999 | Erreur 1452 | — | — |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T04 | DELETE artiste avec albums | Erroné | RESTRICT | Erreur 1451 | — | — |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T05 | SELECT artistes actifs | Normal | WHERE actif=1 | 19 lignes | — | — |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 minimum couvrant : contraintes, requêtes, sécurité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20 cas de test pour SwissSound (template Excel fourni)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: 5 contraintes, 5 requêtes SELECT, 5 JOIN, 3 sécurité, 2 procédures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test : données normales + limites + erronées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matrice de traçabilité (test ↔ besoin du cahier des charges)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taux de couverture visé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ajouter 5 cas de test pour les cas limites extrêmes (NULL, 0, overflow)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F3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Testeur Fou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Prédisez les résultats avant d'exécuter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 box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connaît le code : tester chaque contrainte, requête, procédure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 box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teste entrées/sorties sans voir le code interne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normales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valides typiques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limites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aux bornes (max VARCHAR, CHECK = 0)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erronées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Volontairement invalides — le système doit REJETER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traçabilité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besoin couvert par au moins 1 test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description, type, entrée, attendu, obtenu, statut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17</dc:title>
  <dc:subject>PptxGenJS Presentation</dc:subject>
  <dc:creator>PptxGenJS</dc:creator>
  <cp:lastModifiedBy>PptxGenJS</cp:lastModifiedBy>
  <cp:revision>1</cp:revision>
  <dcterms:created xsi:type="dcterms:W3CDTF">2026-03-22T04:56:50Z</dcterms:created>
  <dcterms:modified xsi:type="dcterms:W3CDTF">2026-03-22T04:56:50Z</dcterms:modified>
</cp:coreProperties>
</file>