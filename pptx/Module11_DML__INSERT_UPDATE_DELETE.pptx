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DML : INSERT, UPDATE, DELETE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ACID, COMMIT, ROLLBACK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P2 | LO2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INTO — peupler les tables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INTO artiste (nom, prenom, email) VALUES ('Léman', 'Marc', 'marc@mail.ch');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 multiple : VALUES (...), (...), (...);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Nommer les colonnes = bonne pratique (lisible + sûr)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Respecter l'ordre des FK (parents d'abord)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peuplement SwissSound : 20 artistes, 30 albums...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et DELETE — ⚠️ DANGER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 artiste SET email = 'new@mail.ch' WHERE id_artiste = 1;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 FROM facture WHERE statut_paiement = 'annulee';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⚠️ SANS WHERE → modifie/supprime TOUT !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Toujours vérifier avec SELECT ... WHERE ... d'abord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Règle d'or : SELECT avant UPDATE/DELETE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Transactions : BEGIN, COMMIT, ROLLBACK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START TRANSACTION; (ou BEGIN;)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11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11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11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modifications 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707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707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707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COMMIT; → valide définitivement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ROLLBACK; → annule tout depuis BEGIN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899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899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899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SAVEPOINT nom; → point de retour intermédiaire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995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99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99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'tester' des modifications sans risque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Propriétés ACID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Atomicité : tout ou rien (≠ atomicité 1NF !)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: la BDD reste valide après la transaction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: les transactions concurrentes ne se perturbent pas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Durabilité : après COMMIT, les données survivent à un crash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Piège classique : confondre atomicité ACID et atomicité 1NF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11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11 — DML : INSERT, UPDATE, DELETE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INTO — peupler les tables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INTO artiste (nom, prenom, email) VALUES ('Léman', 'Marc', 'marc@mail.ch'); | INSERT multiple : VALUES (...), (.....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et DELETE — ⚠️ DANGER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artiste SET email = 'new@mail.ch' WHERE id_artiste = 1; | DELETE FROM facture WHERE statut_paiement = 'annulee'; 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Transactions : BEGIN, COMMIT, ROLLBACK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TRANSACTION; (ou BEGIN;) | ... modifications ... | COMMIT; → valide définitivement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Propriétés ACID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Atomicité : tout ou rien (≠ atomicité 1NF !) | Cohérence : la BDD reste valide après la transaction | Isolation : les tr...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 — DML : INSERT, UPDATE, DELETE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