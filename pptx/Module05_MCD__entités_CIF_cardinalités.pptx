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E7D3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MCD : entités, CIF, cardinalités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Associations, Merise vs UML, cardinalités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— Database Design &amp; Development | SwissSound Studios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 : P1 M1 | LO1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Modèle Conceptuel de Données (MCD)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 graphique des données et de leurs relations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Indépendant du SGBD (pas de SQL ici !)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: entités, associations, cardinalités, attributs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notations : Merise (française) et UML (internationale)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: Draw.io, MySQL Workbench (EER)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Entités et attributs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 = objet du monde réel (Artiste, Album, Salle...)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 = attribut qui identifie de façon unique (id_artiste)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Attributs = propriétés de l'entité (nom, email, tarif...)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 Merise : rectangle avec nom en haut, identifiant souligné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 UML : rectangle à 3 compartiments (nom, attributs, méthodes)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Associations et cardinalités (Merise)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= lien entre entités (verbe : 'enregistre', 'réserve')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Cardinalités : (min, max) de chaque côté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(0,1) : zéro ou un — (1,1) : exactement un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(0,N) : zéro ou plusieurs — (1,N) : un ou plusieurs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Artiste --(1,N)-- Album : un artiste a 1 ou plusieurs albums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CIF (Contrainte d'Intégrité Fonctionnelle)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= quand un côté a la cardinalité (0,1) ou (1,1)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Indique où migrera la FK lors du passage MCD→MLD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--(1,1)-- Salle : chaque session est dans UNE salle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La FK id_salle ira dans la table Session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Association N:M → pas de CIF → table associative obligatoire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Merise vs UML : comparaison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Merise : (0,N) côté entité ↔ UML : 0..* côté OPPOSÉ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Merise : (1,1) ↔ UML : 1..1 (attention : côtés inversés !)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Merise : association en losange ↔ UML : trait avec nom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Merise : CIF identifie la FK ↔ UML : navigabilité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ce cours : Merise pour la conception, UML en complément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Mini-jeu : Module 5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interactif + Score + Correction automatique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 sur Vercel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5 — MCD : entités, CIF, cardinalités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Ce mémo se débloque quand toutes les phases du module sont terminées !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Modèle Conceptuel de Données (MCD)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18872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 graphique des données et de leurs relations | Indépendant du SGBD (pas de SQL ici !) | Éléments : entités...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Entités et attributs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 = objet du monde réel (Artiste, Album, Salle...) | Identifiant = attribut qui identifie de façon unique (id_artis...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7132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Associations et cardinalités (Merise)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= lien entre entités (verbe : 'enregistre', 'réserve') | Cardinalités : (min, max) de chaque côté | (0,1) : 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CIF (Contrainte d'Intégrité Fonctionnelle)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352044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= quand un côté a la cardinalité (0,1) ou (1,1) | Indique où migrera la FK lors du passage MCD→MLD | Session --(1,1)...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71323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9768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5E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Merise vs UML : comparaison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429768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Merise : (0,N) côté entité ↔ UML : 0..* côté OPPOSÉ | Merise : (1,1) ↔ UML : 1..1 (attention : côtés inversés !) | Meris...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 — MCD : entités, CIF, cardinalités</dc:title>
  <dc:subject>PptxGenJS Presentation</dc:subject>
  <dc:creator>Tatiana Mbi</dc:creator>
  <cp:lastModifiedBy>Tatiana Mbi</cp:lastModifiedBy>
  <cp:revision>1</cp:revision>
  <dcterms:created xsi:type="dcterms:W3CDTF">2026-03-22T04:42:30Z</dcterms:created>
  <dcterms:modified xsi:type="dcterms:W3CDTF">2026-03-22T04:42:30Z</dcterms:modified>
</cp:coreProperties>
</file>