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Normalisation (1NF→3NF)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Anomalies, formes normales, dénormalisation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Database Design &amp; Development | SwissSound Studios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: M1 D1 | LO1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normaliser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d'insertion : impossible d'ajouter des données incomplètes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de mise à jour : donnée modifiée à un endroit mais pas aux autres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de suppression : supprimer une ligne supprime des infos utiles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= structurer pour ÉLIMINER ces anomalies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formes normales principales : 1NF, 2NF, 3NF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1NF : valeurs atomiques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cellule contient UNE seule valeur indivisible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genres: 'rock, jazz, pop' (liste dans une cellule)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Une ligne par genre (via table associative)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Atomicité 1NF ≠ Atomicité ACID !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= valeur indivisible | ACID = transaction tout-ou-rien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2NF : dépendance totale à la PK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 uniquement les tables avec PK COMPOSÉE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attribut non-clé dépend de la TOTALITÉ de la PK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 un attribut ne dépend que d'UNE partie de la PK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Extraire dans une table séparée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 PK simple (un seul champ) → 2NF automatiquement respectée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3NF : pas de dépendance transitive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attribut non-clé ne dépend d'un autre attribut non-clé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❌ id_session → id_salle → nom_salle (DF transitive)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nom_salle doit rester dans la table SALLE, pas dans SESSION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chaque attribut dépend de la clé, de toute la clé, et RIEN QUE de la clé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MLD de SwissSound est en 3NF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Mini-jeu : Module 7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+ Score + Correction automatique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 sur Vercel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7 — Normalisation (1NF→3NF)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Ce mémo se débloque quand toutes les phases du module sont terminées 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normaliser 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d'insertion : impossible d'ajouter des données incomplètes | Anomalie de mise à jour : donnée modifiée à un end...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1NF : valeurs atomiques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cellule contient UNE seule valeur indivisible | ❌ genres: 'rock, jazz, pop' (liste dans une cellule) | ✅ Une lign...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2NF : dépendance totale à la PK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 uniquement les tables avec PK COMPOSÉE | Chaque attribut non-clé dépend de la TOTALITÉ de la PK | ❌ Si un attri...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3NF : pas de dépendance transitive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5204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attribut non-clé ne dépend d'un autre attribut non-clé | ❌ id_session → id_salle → nom_salle (DF transitive) | → n...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 — Normalisation (1NF→3NF)</dc:title>
  <dc:subject>PptxGenJS Presentation</dc:subject>
  <dc:creator>Tatiana Mbi</dc:creator>
  <cp:lastModifiedBy>Tatiana Mbi</cp:lastModifiedBy>
  <cp:revision>1</cp:revision>
  <dcterms:created xsi:type="dcterms:W3CDTF">2026-03-22T04:42:30Z</dcterms:created>
  <dcterms:modified xsi:type="dcterms:W3CDTF">2026-03-22T04:42:30Z</dcterms:modified>
</cp:coreProperties>
</file>