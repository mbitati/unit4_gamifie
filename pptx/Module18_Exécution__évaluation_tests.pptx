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651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840480"/>
            <a:ext cx="9144000" cy="1303020"/>
          </a:xfrm>
          <a:prstGeom prst="rect">
            <a:avLst/>
          </a:prstGeom>
          <a:solidFill>
            <a:srgbClr val="F57C00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18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457200" y="228600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Exécution &amp; évaluation tests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Exécuter, corriger, évaluer efficacité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4 — Database Design &amp; Development | SwissSound Studios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BTEC : P4 M4 | LO3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Exécuter les tests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HeidiSQL, se connecter à swisssound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Exécuter chaque cas de test (INSERT invalide, SELECT, GRANT...)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Noter le résultat OBTENU dans le tableau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Comparer avec le résultat ATTENDU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Statut : OK (conforme) ou KO (bug trouvé)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2/6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Corriger les bugs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Bug trouvé → documenter (description, cause, priorité)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Corriger (ALTER TABLE, UPDATE, GRANT...)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Re-tester le cas → vérifier que le fix fonctionne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de régression : les autres tests marchent encore ?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5100"/>
                </a:solidFill>
                <a:latin typeface="JetBrains Mono" pitchFamily="34" charset="0"/>
                <a:ea typeface="JetBrains Mono" pitchFamily="34" charset="-122"/>
                <a:cs typeface="JetBrains Mono" pitchFamily="34" charset="-120"/>
              </a:rPr>
              <a:t>Cycle : tester → corriger → re-tester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3/6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Évaluer l'efficacité (M4)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couverture : nb tests / nb fonctionnalités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Pertinence des données : normales + limites + erronées ?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Bugs trouvés vs bugs estimés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d'exécution des tests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 : tests supplémentaires à ajouter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 de test SwissSound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5156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515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cas de test minimum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8229600" cy="640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78308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78308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Couvrir : contraintes, requêtes, sécurité, interfaces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51460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51460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2514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 Excel avec formules de calcul automatiques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8229600" cy="640080"/>
          </a:xfrm>
          <a:prstGeom prst="rect">
            <a:avLst/>
          </a:prstGeom>
          <a:solidFill>
            <a:srgbClr val="FFF3E0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24612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24612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Rédiger 1 paragraphe d'analyse M4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977640"/>
            <a:ext cx="8229600" cy="6400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57200" y="3977640"/>
            <a:ext cx="54864" cy="640080"/>
          </a:xfrm>
          <a:prstGeom prst="rect">
            <a:avLst/>
          </a:prstGeom>
          <a:solidFill>
            <a:srgbClr val="F57C0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9776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Justifier CHAQUE choix de donnée de test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5/6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51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0" y="45720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737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🎮 Mini-jeu : Module 18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914400" y="2377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C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interactif + Score + Correction automatique</a:t>
            </a:r>
            <a:endParaRPr lang="en-US" sz="1400" dirty="0"/>
          </a:p>
        </p:txBody>
      </p:sp>
      <p:sp>
        <p:nvSpPr>
          <p:cNvPr id="5" name="Shape 2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3"/>
          <p:cNvSpPr/>
          <p:nvPr/>
        </p:nvSpPr>
        <p:spPr>
          <a:xfrm>
            <a:off x="2286000" y="320040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▶  Lancer le jeu sur Vercel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Mémo Module 18 — Exécution &amp; évaluation tests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7315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Ce mémo se débloque quand toutes les phases du module sont terminées !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71323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1887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Exécuter les tests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291840" y="118872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Ouvrir HeidiSQL, se connecter à swisssound | Exécuter chaque cas de test (INSERT invalide, SELECT, GRANT...) | Noter le ...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57200" y="196596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96596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Corriger les bugs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291840" y="196596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trouvé → documenter (description, cause, priorité) | Corriger (ALTER TABLE, UPDATE, GRANT...) | Re-tester le cas → v...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57200" y="2743200"/>
            <a:ext cx="8229600" cy="713232"/>
          </a:xfrm>
          <a:prstGeom prst="rect">
            <a:avLst/>
          </a:prstGeom>
          <a:solidFill>
            <a:srgbClr val="FFF3E0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Évaluer l'efficacité (M4)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291840" y="274320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de couverture : nb tests / nb fonctionnalités | Pertinence des données : normales + limites + erronées ? | Bugs tro...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520440"/>
            <a:ext cx="8229600" cy="71323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52044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Rapport de test SwissSound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91840" y="3520440"/>
            <a:ext cx="52120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cas de test minimum | Couvrir : contraintes, requêtes, sécurité, interfaces | Template Excel avec formules de calcul ...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Module 18 — Exécution &amp; évaluation tests</dc:title>
  <dc:subject>PptxGenJS Presentation</dc:subject>
  <dc:creator>Tatiana Mbi</dc:creator>
  <cp:lastModifiedBy>Tatiana Mbi</cp:lastModifiedBy>
  <cp:revision>1</cp:revision>
  <dcterms:created xsi:type="dcterms:W3CDTF">2026-03-22T04:42:30Z</dcterms:created>
  <dcterms:modified xsi:type="dcterms:W3CDTF">2026-03-22T04:42:30Z</dcterms:modified>
</cp:coreProperties>
</file>