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Commencer par des SELECT simples sur SwissSound. Les étudiants voient le résultat immédiatement.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NULL vs = NULL : = NULL ne fonctionne JAMAIS. Erreur classique.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LIMIT/OFFSET = pagination. Chaque page web qui affiche des résultats utilise LIMIT/OFFSET.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piege AND/OR est la source #1 d'erreurs. Montrer un exemple concret avec et sans parentheses et comparer les resultats.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3 opérateurs remplacent des conditions complexes. BETWEEN remplace &gt;= AND &lt;=. IN remplace OR OR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étudiants font les exercices GESCOM sur le sandbox en ligne. La correction est automatique.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requetes progressives. Verifier dans HeidiSQL.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 — Filtrage et tri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WHERE, LIKE, BETWEEN, IN, ORDER BY, LIMIT, AND/OR, alias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P2 P3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 de base — rappel syntaxe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* FROM artiste; — toutes colonnes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nom, email FROM artiste; — colonnes specifiques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DISTINCT genre FROM ...; — sans doublons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nom AS artiste_nom FROM ...; — alias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CONCAT(prenom, ' ', nom) AS nom_complet FROM artiste;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*, YEAR(date_inscription) AS annee FROM artiste;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Regles : SELECT avant FROM, point-virgule obligatoire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: tous les operateurs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, &lt;&gt; (ou !=) , &gt; , &lt; , &gt;= , &lt;=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60170"/>
            <a:ext cx="8229600" cy="46405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601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6017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prix BETWEEN 20 AND 30 — inclusif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5166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516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5166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nom IN ('Leman', 'Dubois', 'Muller') — liste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43150"/>
            <a:ext cx="8229600" cy="46405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431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4315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nom LIKE 'A%' — commence par 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346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3464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nom LIKE '%son' — finit par 'son'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26130"/>
            <a:ext cx="8229600" cy="46405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261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2613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nom LIKE '%ali%' — contient 'ali'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1762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1762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1762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prenom IS NULL — tester NULL (PAS = NULL !)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309110"/>
            <a:ext cx="8229600" cy="46405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430911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30911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actif = TRUE AND YEAR(date_inscription) &gt;= 2024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 BY et LIMIT — tri et pagination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ORDER BY prix ASC; — croissant (defaut)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ORDER BY prix DESC; — decroissant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ORDER BY nom ASC, prenom ASC; — multi-colonnes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LIMIT 5; — 5 premieres lignes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LIMIT 5 OFFSET 10; — pagination (lignes 11-15)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Combinaison : ORDER BY prix DESC LIMIT 3; — top 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: pagination web, classements, top 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AND, OR, NOT — conditions complexes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: les DEUX conditions doivent etre vraies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: au MOINS une condition vraie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: inverse le resultat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AND est prioritaire sur OR !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parentheses : A AND B OR C = (A AND B) OR 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parentheses : A AND (B OR C) — sens different !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mettre des PARENTHESES quand on melange AND et OR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BETWEEN, IN, LIKE — raccourcis puissants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20 AND 30 = &gt;= 20 AND &lt;= 30 (inclusif)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('a', 'b', 'c') = OR a OR b OR c (liste de valeurs)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exclut les valeurs de la liste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patterns : % = n'importe quoi, _ = 1 caractere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'A%' = commence par A | '%A' = finit par A | '%A%' = contient 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'_A%' = 2e caractere est A | '__' = exactement 2 caracteres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est insensible a la casse en MySQL (sauf BINARY)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Exercices GESCOM sur le sandbox (Exercices 1-21)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29 exercices GESCOM sont disponibles sur le site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Exercices 1-3 : SELECT FROM + ORDER BY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Exercices 4-7 : WHERE (comparaisons, &lt;, &gt;, &lt;&gt;)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Exercices 8-14 : AND, OR, NOT (combinaisons)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Exercices 15-18 : BETWEEN, IN (intervalles, listes)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Exercices 19-21 : LIKE, DISTINCT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exercice a un indice + la solution cachee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12 — SwissSound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Artistes actifs inscrits apres le 01/01/2024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60170"/>
            <a:ext cx="8229600" cy="46405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601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6017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Albums entre 20 et 30 CHF tries par prix DESC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5166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516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5166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Artistes dont le nom commence par 'M' ou 'L'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43150"/>
            <a:ext cx="8229600" cy="46405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431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4315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Top 5 albums les plus chers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346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3464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Sessions planifiees en avril 2025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26130"/>
            <a:ext cx="8229600" cy="46405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261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2613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Artistes sans prenom (groupes) — IS NULL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17620"/>
            <a:ext cx="8229600" cy="464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1762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1762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Albums contenant 'Lac' dans le titre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309110"/>
            <a:ext cx="8229600" cy="46405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430911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309110"/>
            <a:ext cx="786384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: combiner WHERE + IN + LIKE + ORDER + LIMIT + alias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Detective de Donnees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371600" y="2468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Resolvez les enigmes avec les bonnes requetes SELECT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 Module 12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640080"/>
            <a:ext cx="22860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0" y="640080"/>
            <a:ext cx="59436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6400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=, &lt;&gt;, BETWEEN, IN, LIKE, IS NULL, AND/OR/NOT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972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0" y="10972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0972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= tout, _ = 1 char. Insensible casse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554480"/>
            <a:ext cx="22860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NULL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0" y="1554480"/>
            <a:ext cx="59436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15544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 moyen de tester NULL (pas = NULL !)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0116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 BY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0" y="20116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2834640" y="20116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ASC/DESC, multi-colonnes, apres WHERE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2860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4688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0" y="2468880"/>
            <a:ext cx="59436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2834640" y="24688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: LIMIT 10 OFFSET 20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9260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9260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AND/OR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9260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29260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prioritaire sur OR — parentheses !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383280"/>
            <a:ext cx="22860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3832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Alias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0" y="3383280"/>
            <a:ext cx="59436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8"/>
          <p:cNvSpPr/>
          <p:nvPr/>
        </p:nvSpPr>
        <p:spPr>
          <a:xfrm>
            <a:off x="2834640" y="33832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pour renommer dans le resultat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2026-03-24T08:01:32Z</dcterms:created>
  <dcterms:modified xsi:type="dcterms:W3CDTF">2026-03-24T08:01:32Z</dcterms:modified>
</cp:coreProperties>
</file>