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Commencer par des SELECT simples. Les étudiants voient le résultat immédiatement dans HeidiSQL.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NULL vs = NULL : = NULL ne fonctionne JAMAIS. C'est une erreur classique.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LIMIT/OFFSET est la base de la pagination dans les applications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étudiants tapent chaque requête dans HeidiSQL et vérifient le résultat. Progresser du simple au complexe.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10 requêtes sont fournies dans la feuille d'exercice. Corrigé distribué après.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 filtrage et tri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· LIKE · ORDER BY · LIMIT · Alias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P3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 de 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artiste;  -- toutes colonnes, toutes lignes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nom, email FROM artiste;  -- colonnes spécifiques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DISTINCT genre FROM ...;  -- sans doublons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nom AS artiste_nom FROM ...;  -- alias de colonne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CONCAT(prenom, ' ', nom) AS nom_complet FROM artiste;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*, YEAR(date_inscription) AS annee FROM artiste;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alias ne modifient PAS la table, juste l'affichage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: filtrer les résultats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, &lt;&gt; (ou !=) , &gt; , &lt; , &gt;= , &lt;=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prix BETWEEN 20 AND 30  -- inclusif (≥20 ET ≤30)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IN ('Léman', 'Dubois', 'Müller')  -- liste de valeurs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LIKE 'A%'  -- commence par 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LIKE '%son'  -- finit par 'son'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LIKE '%ali%'  -- contient 'ali'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prenom IS NULL  -- tester NULL (pas = NULL !)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actif = TRUE AND YEAR(date_inscription) &gt;= 2024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BY et LIMIT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ORDER BY prix ASC;  -- croissant (par défaut)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ORDER BY prix DESC;  -- décroissant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ORDER BY nom ASC, prenom ASC;  -- tri multi-colonnes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 5;  -- les 5 premières lignes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 5 OFFSET 10;  -- 5 lignes à partir de la 11ème (pagination)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Combinaison : ORDER BY prix DESC LIMIT 3;  -- top 3 plus chers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pour : pagination web, classements, top 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requêtes progressives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: SELECT * FROM artiste WHERE actif = TRUE;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: SELECT titre, prix FROM album WHERE prix &gt; 25 ORDER BY prix;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: SELECT * FROM artiste WHERE nom LIKE 'M%' AND actif = TRUE;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4 : SELECT nom, email FROM artiste WHERE prenom IS NULL;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5 : SELECT titre, prix FROM album ORDER BY prix DESC LIMIT 5;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6 : SELECT * FROM salle WHERE equipee_isolation = TRUE AND capacite &gt;= 5;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sql/02_queries.sql pour les 30 requêtes complètes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10 requêtes SELECT avec des critères précis (voir feuille d'exercice)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au moins : LIKE, IN, BETWEEN, IS NULL, ORDER BY, LIMIT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Combiner des conditions avec AND et 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alias pour renommer les colonnes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résultat dans HeidiSQL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une seule requête combinant WHERE + IN + LIKE + ORDER BY + LIMIT + alias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Détective de Données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Résolvez les énigmes avec les bonnes requêtes SELECT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= tout, nommer colonnes = spécifique, DISTINCT = sans doublons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=, &lt;&gt;, BETWEEN, IN, LIKE (%, _), IS NULL, AND/OR/NOT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= n'importe quoi, _ = 1 caractère. 'A%' = commence par 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NULL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Pas = NULL ! Seul IS NULL fonctionne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BY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(défaut), DESC, multi-colonnes possible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LIMIT/OFFSET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: LIMIT 10 OFFSET 20 = lignes 21-30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Alias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pour renommer colonnes dans le résultat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