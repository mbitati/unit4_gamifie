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multi-tables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INNER, LEFT, RIGHT, CROSS, réflexive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P2 P3 M3 | LO2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JOIN : intersection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a.nom, al.titre FROM artiste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album al ON a.id_artiste = al.id_artiste;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uniquement les lignes avec correspondance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Artistes SANS album → exclus du résultat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JOIN le plus courant et le plus utilisé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JOIN : tout à gauche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a.nom, al.titre FROM artiste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album al ON a.id_artiste = al.id_artiste;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TOUS les artistes, même sans album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album = NULL si pas de correspondance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Astuce : WHERE al.id IS NULL → artistes SANS album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Jointures 3+ tables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se.date_session, a.nom, s.nom AS salle, i.nom AS ingenieur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61160"/>
            <a:ext cx="8229600" cy="5791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611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611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session_enregistrement se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707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707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707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artiste a ON se.id_artiste = a.id_artiste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8229600" cy="5791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8803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8803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salle s ON se.id_salle = s.id_salle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489960"/>
            <a:ext cx="8229600" cy="57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4899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4899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ingenieur i ON se.id_ingenieur = i.id_ingenieur;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099560"/>
            <a:ext cx="8229600" cy="5791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4099560"/>
            <a:ext cx="54864" cy="5791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99560"/>
            <a:ext cx="7772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Enchaîner les JOIN pour connecter autant de tables que nécessaire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 spéciaux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: produit cartésien (toutes les combinaisons)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 : tout à droite (inverse du LEFT)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 réflexive : table avec elle-même (auto-référence)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employé JOIN employé ON e.manager_id = m.id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GROUP_CONCAT avec JOIN : genres d'un artiste en une ligne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14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14 — JOIN multi-tables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JOIN : intersection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a.nom, al.titre FROM artiste a | INNER JOIN album al ON a.id_artiste = al.id_artiste; | Retourne uniquement les l...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JOIN : tout à gauche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a.nom, al.titre FROM artiste a | LEFT JOIN album al ON a.id_artiste = al.id_artiste; | Retourne TOUS les artistes...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Jointures 3+ tables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se.date_session, a.nom, s.nom AS salle, i.nom AS ingenieur | FROM session_enregistrement se | JOIN artiste a ON s...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 spéciaux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: produit cartésien (toutes les combinaisons) | RIGHT JOIN : tout à droite (inverse du LEFT) | Jointure réfle...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JOIN multi-tables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