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JOIN sont le concept le plus difficile et le plus important. Y consacrer du temps.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Dessiner un diagramme de Venn : INNER JOIN = l'intersection.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JOIN est essentiel pour les rapports : 'tous les artistes avec leur nombre d'albums (y compris 0)'.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SwissSound est parfait pour les jointures 3+ tables grâce à la table session qui a 3 FK.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CROSS JOIN peut servir pour générer des créneaux horaires (jours × heures × salles).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jointures sont le sujet principal de P3/M3. Bien les pratiquer.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 multitables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· LEFT · RIGHT · CROSS · Réflexive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P2 P3 M3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les JOIN 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sont réparties dans PLUSIEURS tables (normalisation)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afficher 'nom artiste + titre album' → il faut JOINDRE artiste et album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JOIN = combiner les lignes de 2+ tables sur une condition de correspondance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JOIN, on ne peut afficher que les données d'UNE table à la fois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: session a id_artiste, id_salle, id_ingenieur → 3 JOIN nécessaires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JOIN sont la compétence SQL LA PLUS IMPORTANTE pour P2 et P3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INNER JOIN : l'intersection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a.nom, al.titre FROM artiste 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 album al ON a.id_artiste = al.id_artiste;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UNIQUEMENT les lignes avec correspondance dans les 2 tables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Artiste sans album → EXCLU du résultat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Album sans artiste → EXCLU (impossible grâce à la FK NOT NULL)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JOIN par défaut (JOIN = INNER JOIN)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utilisé : ~80% des cas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LEFT JOIN : tout à gauche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a.nom, al.titre FROM artiste 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 album al ON a.id_artiste = al.id_artiste;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TOUS les artistes, même ceux sans album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 album = NULL si pas de correspondance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pour trouver les 'orphelins' :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a.nom FROM artiste a LEFT JOIN album al ON ... WHERE al.id_album IS NULL;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Artistes sans aucun album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Jointure sur 3+ tables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se.date_session, a.nom AS artiste, s.nom AS salle,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0589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0589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0589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CONCAT(i.prenom, ' ', i.nom) AS ingenieur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9738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89738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9738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FROM session_enregistrement 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8887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8887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8887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JOIN artiste a ON se.id_artiste = a.id_artiste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JOIN salle s ON se.id_salle = s.id_salle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7185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7185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37185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JOIN ingenieur i ON se.id_ingenieur = i.id_ingenieur;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86334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6334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86334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enchaîne les JOIN — chaque JOIN ajoute une table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5483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5483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5483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alias : se, a, s, i pour raccourcir les noms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 spéciaux : CROSS JOIN et réflexive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JOIN : produit cartésien (TOUTES les combinaisons)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* FROM salle CROSS JOIN ingenieur; → 5×6 = 30 lignes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Rarement utile, mais bon à connaître (ex: grille horaire)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JOIN réflexive : une table avec ELLE-MÊME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employé JOIN employé ON e.manager_id = m.id_employe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: Artiste collabore_avec Artiste (via table COLLABORATION)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GROUP_CONCAT avec JOIN : lister les genres d'un artiste en une ligne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10 requêtes multi-tables (voir sql/02_queries.sql, requêtes 21-30)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moins 1 INNER JOIN, 1 LEFT JOIN, 1 jointure 3+ tables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Trouver les artistes SANS album (LEFT JOIN + IS NULL)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Afficher sessions complètes (artiste + salle + ingénieur)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Factures impayées avec nom d'artiste (JOIN + WHERE)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par artiste avec nom (JOIN + GROUP BY + SUM)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requête monstre joignant 5 tables avec agrégation + HAVING + ORDER BY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Puzzle de Tables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Connectez les bonnes colonnes pour assembler le résultat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14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INNER JOIN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 : lignes avec correspondance des 2 côtés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LEFT JOIN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à gauche + correspondances à droite (NULL si absent)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LEFT + IS NULL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Trouver les 'orphelins' (artistes sans album)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3+ tables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Enchaîner les JOIN : FROM a JOIN b ON ... JOIN c ON ...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Alias tables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pour artiste, al pour album — obligatoire en auto-jointure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 JOIN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 cartésien : toutes les combinaisons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GROUP_CONCAT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0" y="397764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2" name="Text 30"/>
          <p:cNvSpPr/>
          <p:nvPr/>
        </p:nvSpPr>
        <p:spPr>
          <a:xfrm>
            <a:off x="283464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Concaténer des valeurs groupées en une ligne (genres d'un artiste)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</dc:title>
  <dc:subject>PptxGenJS Presentation</dc:subject>
  <dc:creator>PptxGenJS</dc:creator>
  <cp:lastModifiedBy>PptxGenJS</cp:lastModifiedBy>
  <cp:revision>1</cp:revision>
  <dcterms:created xsi:type="dcterms:W3CDTF">2026-03-22T04:56:49Z</dcterms:created>
  <dcterms:modified xsi:type="dcterms:W3CDTF">2026-03-22T04:56:49Z</dcterms:modified>
</cp:coreProperties>
</file>