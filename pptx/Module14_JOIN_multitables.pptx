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JOIN sont le concept le plus difficile et le plus important. Y consacrer du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Dessiner un diagramme de Venn : INNER JOIN = l'intersection.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JOIN est essentiel pour les rapports.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SwissSound est parfait pour les jointures 3+ tables grace a session avec 3 FK.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CROSS JOIN peut servir pour generer des creneaux horaires.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jointures sont le sujet principal de P3/M3.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multitables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INNER, LEFT, RIGHT, CROSS, reflexive, 3+ tables, GROUP_CONCAT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P2 P3 M3 | LO2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les JOIN 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 sont reparties dans PLUSIEURS tables (normalisation)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afficher 'nom artiste + titre album' → JOINDRE artiste et album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 = combiner les lignes de 2+ tables sur une condition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JOIN : donnees d'UNE table a la fois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: session a 3 FK → 3 JOIN necessaires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GESCOM : commande → client + lignecde → article → famille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JOIN sont la competence SQL LA PLUS IMPORTANTE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INNER JOIN : l'intersection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a.nom, al.titre FROM artiste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INNER JOIN album al ON a.id_artiste = al.id_artiste;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UNIQUEMENT les lignes avec correspondance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 sans album → EXCLU du resultat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JOIN par defaut (JOIN = INNER JOIN)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utilise : ~80% des cas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GESCOM : SELECT a.DESART, f.LIBFAM FROM article a JOIN famille f ON a.NOFAM = f.NOFAM;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LEFT JOIN : tout a gauche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a.nom, al.titre FROM artiste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1412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1412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1412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LEFT JOIN album al ON a.id_artiste = al.id_artiste;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5100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5100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5100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TOUS les artistes, meme sans album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8788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8788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8788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album = NULL si pas de correspondance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2476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2476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2476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pour trouver les 'orphelins' 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6164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6164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6164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SELECT a.nom FROM artiste 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9852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39852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9852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LEFT JOIN album al ON ... WHERE al.id_album IS NULL;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3540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83540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3540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Artistes sans aucun album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7228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27228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7228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GESCOM : articles jamais commandes (LEFT JOIN lignecde WHERE NOCDE IS NULL)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Jointure sur 3+ tables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se.date_session, a.nom AS artiste,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1412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1412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1412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s.nom AS salle, CONCAT(i.prenom,' ',i.nom) AS ingenieur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5100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5100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5100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session_enregistrement 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8788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8788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8788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 artiste a ON se.id_artiste = a.id_artiste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2476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2476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2476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 salle s ON se.id_salle = s.id_salle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6164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6164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6164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 ingenieur i ON se.id_ingenieur = i.id_ingenieur;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9852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39852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9852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enchaine les JOIN — chaque JOIN ajoute une table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3540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83540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3540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GESCOM : commande → client + lignecde → article (4 tables)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7228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27228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7228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obligatoires : se, a, s, i pour raccourcir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 JOIN et jointure reflexive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 JOIN : produit cartesien (TOUTES les combinaisons)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 FROM salle CROSS JOIN ingenieur; → 5×6 = 30 lignes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: grilles horaires (jours × creneaux × salles)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 REFLEXIVE : une table avec ELLE-MEME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SELECT e1.nom AS employe, e2.nom AS manager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FROM employe e1 JOIN employe e2 ON e1.manager_id = e2.id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: Artiste collabore_avec Artiste (via table COLLABORATION)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GROUP_CONCAT : lister les genres d'un artiste en une ligne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Exercices GESCOM + SwissSound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GESCOM (bac a sable, exercices 6-13 avances) 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34687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34687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34687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Articles + famille + fournisseur (3 tables)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92135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492135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92135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Commandes + client + representant (LEFT JOIN pour rep NULL)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49582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849582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49582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Detail commandes : 4 tables jointes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07029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207029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07029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 par fournisseur (JOIN + GROUP BY + SUM)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4476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564476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64476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1924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921924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21924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Albums avec nom artiste (INNER JOIN)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79371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279371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79371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Artistes SANS album (LEFT JOIN + IS NULL)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36818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636818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636818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Sessions completes (3 JOIN)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94265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994265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94265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CA par artiste (JOIN + GROUP BY + SUM)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51713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351713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51713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requete 5 tables avec agregation + HAVING + ORDER BY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Puzzle de Tables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 les bonnes colonnes 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 Module 14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INNER JOIN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0" y="594360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594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: correspondance des 2 cotes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33272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33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LEFT JOIN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033272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332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 gauche + NULL si absent a droite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72184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72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LEFT+IS NULL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472184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472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les orphelins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11096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110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 tables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1911096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191109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Enchainer : FROM a JOIN b ON ... JOIN c ON 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50008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500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350008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3500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a=artiste, al=album — obligatoire en auto-jointure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 JOIN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2788920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2788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cartesien : toutes les combinaisons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27832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GROUP_CONCAT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3227832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32278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Concatener des valeurs groupees en une ligne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2026-03-24T09:20:40Z</dcterms:created>
  <dcterms:modified xsi:type="dcterms:W3CDTF">2026-03-24T09:20:40Z</dcterms:modified>
</cp:coreProperties>
</file>