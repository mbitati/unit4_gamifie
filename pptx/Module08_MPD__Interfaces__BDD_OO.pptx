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2E7D3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4572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2286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MPD + Interfaces + BDD OO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MySQL, contraintes, maquettes, sécurité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— Database Design &amp; Development | SwissSound Studios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BTEC : M1 D1 | LO1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 MLD au MPD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MLD = logique (indépendant du SGBD)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MPD = physique (types MySQL précis + contraintes)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le bon type : INT, VARCHAR(n), DATE, DECIMAL(p,s), ENUM, BOOLEAN, TEXT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les contraintes : NOT NULL, UNIQUE, CHECK, DEFAULT, AUTO_INCREMENT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les FK avec comportement : CASCADE, RESTRICT, SET NULL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Types MySQL — aide-mémoire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496389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496389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4963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/ BIGINT : nombres entiers (id, quantité, capacité)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574074"/>
            <a:ext cx="8229600" cy="496389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74074"/>
            <a:ext cx="54864" cy="496389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574074"/>
            <a:ext cx="7772400" cy="4963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VARCHAR(n) : texte variable max n caractères (nom, email)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096589"/>
            <a:ext cx="8229600" cy="496389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96589"/>
            <a:ext cx="54864" cy="496389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096589"/>
            <a:ext cx="7772400" cy="4963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DECIMAL(p,s) : nombre exact p chiffres dont s décimales (prix : 10,2)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19103"/>
            <a:ext cx="8229600" cy="496389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619103"/>
            <a:ext cx="54864" cy="496389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619103"/>
            <a:ext cx="7772400" cy="4963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/ TIME / DATETIME : dates et heures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141617"/>
            <a:ext cx="8229600" cy="496389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41617"/>
            <a:ext cx="54864" cy="496389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141617"/>
            <a:ext cx="7772400" cy="4963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ENUM('a','b','c') : valeur parmi une liste fixe (statut)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664131"/>
            <a:ext cx="8229600" cy="496389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64131"/>
            <a:ext cx="54864" cy="496389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664131"/>
            <a:ext cx="7772400" cy="4963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: vrai/faux (actif, isolation)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186646"/>
            <a:ext cx="8229600" cy="496389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186646"/>
            <a:ext cx="54864" cy="496389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4186646"/>
            <a:ext cx="7772400" cy="4963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: texte long (notes, descriptions)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Conception d'interfaces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Maquetter les formulaires AVANT de coder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Formulaire ajout artiste : champs + validations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Formulaire réservation session : dropdown salles/ingénieurs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de validation : email valide, téléphone format suisse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Listes déroulantes pour les clés étrangères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 dès la conception + BDD OO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accède à quoi ? Matrice de droits (admin, ingénieur, comptable, réception)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Données sensibles : emails, téléphones → chiffrement possible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Aperçu BDD orientées objet : objets avec attributs + méthodes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class diagrams : plus proches de l'OO que Merise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: évaluer l'efficacité du design complet de SwissSound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45720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🎮 Mini-jeu : Module 8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1440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interactif + Score + Correction automatique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286000" y="320040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3"/>
          <p:cNvSpPr/>
          <p:nvPr/>
        </p:nvSpPr>
        <p:spPr>
          <a:xfrm>
            <a:off x="2286000" y="3200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 sur Vercel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8 — MPD + Interfaces + BDD OO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32004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Ce mémo se débloque quand toutes les phases du module sont terminées !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 MLD au MPD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91840" y="118872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MLD = logique (indépendant du SGBD) | MPD = physique (types MySQL précis + contraintes) | Choisir le bon type : INT, VAR...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6596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Types MySQL — aide-mémoire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91840" y="196596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/ BIGINT : nombres entiers (id, quantité, capacité) | VARCHAR(n) : texte variable max n caractères (nom, email) | DE...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8229600" cy="713232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74320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Conception d'interfaces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91840" y="274320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Maquetter les formulaires AVANT de coder | Formulaire ajout artiste : champs + validations | Formulaire réservation sess...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520440"/>
            <a:ext cx="82296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52044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 dès la conception + BDD OO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91840" y="352044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accède à quoi ? Matrice de droits (admin, ingénieur, comptable, réception) | Données sensibles : emails, téléphones ...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 — MPD + Interfaces + BDD OO</dc:title>
  <dc:subject>PptxGenJS Presentation</dc:subject>
  <dc:creator>Tatiana Mbi</dc:creator>
  <cp:lastModifiedBy>Tatiana Mbi</cp:lastModifiedBy>
  <cp:revision>1</cp:revision>
  <dcterms:created xsi:type="dcterms:W3CDTF">2026-03-22T04:42:30Z</dcterms:created>
  <dcterms:modified xsi:type="dcterms:W3CDTF">2026-03-22T04:42:30Z</dcterms:modified>
</cp:coreProperties>
</file>