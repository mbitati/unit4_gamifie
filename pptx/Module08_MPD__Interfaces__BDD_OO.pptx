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le parallèle avec l'architecture : MCD = esquisse, MLD = plan, MPD = plan technique détaillé.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⚠️ Erreurs fréquentes : utiliser FLOAT au lieu de DECIMAL pour les prix (imprécision), TEXT pour un email (trop large), INT pour un téléphone (+41... n'est pas un nombre).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rapide : afficher une liste de choix de types et demander de corriger les erreurs.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contrainte vient d'une RÈGLE DE GESTION du Module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maquettes sont requises pour M1. Pas besoin d'être joli, juste fonctionnel.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matrice de droits sera implémentée en SQL au Module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brève pour la culture. Les étudiants travailleront avec des ORM en Unit 20 (Advanced Programming).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 = Distinction. Les étudiants doivent aller au-delà de la description et ARGUMENTER.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module clôture la LO1. L'étudiant a maintenant : DD, matrice DF, graphe, MCD, MLD, 3NF vérifié, MPD complet.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MPD + Interfaces + BDD OO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MySQL · Contraintes · Maquettes · Sécurité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M1 D1 | LO1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 MLD au MPD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MLD est LOGIQUE : indépendant du SGBD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MPD est PHYSIQUE : types MySQL précis + contraintes exactes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attribut du MLD → un type MySQL spécifique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règle de gestion → une contrainte SQL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MPD est le dernier schéma AVANT le code SQL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le 'plan de construction' exact de CREATE TABLE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Types MySQL — choix pour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 + AUTO_INCREMENT : identifiants (id_artiste, id_album...)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VARCHAR(n) : textes courts (nom: 100, email: 150, tel: 20)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 : textes longs (notes de session)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DATE : dates (date_inscription, date_sortie, date_facture)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: heures (heure_debut, heure_fin)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DECIMAL(10,2) : montants en CHF (prix, tarifs, montant_facture)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BOOLEAN : vrai/faux (actif, equipee_isolation)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ENUM('a','b','c') : listes fermées (statut, catégorie, état)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Erreurs de types fréquentes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email TEXT → ✅ email VARCHAR(150) (TEXT pas indexable efficacement)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age INT → ✅ date_naissance DATE (on calcule l'âge, on ne le stocke pas)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telephone INT → ✅ telephone VARCHAR(20) (+41 n'est pas un nombre !)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prix FLOAT → ✅ prix DECIMAL(10,2) (FLOAT a des imprécisions)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description VARCHAR(10) → ✅ description TEXT (10 car. c'est trop court)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montant FLOAT → ✅ montant DECIMAL(10,2) (CHF = montant exact)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Contraintes à prévoir dans le MPD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NULL : nom, email, date_inscription (obligatoires)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UNIQUE : email (pas de doublon)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 : prix &gt;= 0, capacite &gt; 0, tarif &gt; 0, heure_fin &gt; heure_debut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DEFAULT : actif = TRUE, date_inscription = CURDATE(), statut = 'planifiee'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AUTO_INCREMENT : tous les id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+ CASCADE : album→artiste (RESTRICT), equipement→salle (SET NULL)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+ RESTRICT : session→artiste (empêcher suppression si sessions)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Conception d'interfaces pour SwissSound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Maquetter les formulaires AVANT de coder (Draw.io ou papier)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'Ajout Artiste' : nom*, prénom, email*, tel, genre (dropdown multi)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'Réservation Session' : date, heure, salle (dropdown), ingénieur (dropdown)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'Facture' : artiste (dropdown), session (dropdown), montant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Validations côté interface : email format, téléphone suisse, date future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 déroulantes pour TOUTES les clés étrangères (pas de saisie libre)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dès la conception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droits : qui accède à quoi 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admin_studio : TOUT (seul compte avec DELETE)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ingenieur_son : SELECT/INSERT/UPDATE sessions + SELECT salles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comptable : SELECT/INSERT/UPDATE factures + SELECT artistes/sessions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 : SELECT/INSERT/UPDATE artistes + SELECT genres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: emails des artistes (données personnelles RGPD)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de passe : JAMAIS en clair → SHA2 ou bcrypt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Aperçu : BDD orientées objet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BDD OO stockent des OBJETS (attributs + méthodes)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tables plates : chaque objet a un état et un comportement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class diagrams : plus proches de l'OO que Merise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classe Artiste avec methode calculerCA()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Langages : Java (JPA/Hibernate), Python (SQLAlchemy)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ce cours : on reste en relationnel (MySQL) mais on connaît l'alternative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ORM (Object-Relational Mapping) font le pont entre les deux mondes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D1 : Évaluer l'efficacité du design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critère D1 demande une ÉVALUATION CRITIQUE du design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Forces du design SwissSound 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3NF respectée, intégrité référentielle complète, schéma cohérent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Faiblesses potentielles 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Pas de gestion multi-sites, pas d'historique des prix, pas d'audit trail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Recommandations d'amélioration :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Ajouter table 'historique_tarifs', table 'log_actions', support multi-devises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1-2 pages argumentées pour le rapport BTEC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Écrire le MPD complet de SwissSound (types MySQL + contraintes pour les 9 tables)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Maquetter 2 interfaces : formulaire ajout artiste + réservation session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la matrice de droits d'accès (admin, ingénieur, comptable, reception)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données à chiffrer (RGPD)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l'évaluation D1 (forces, faiblesses, améliorations)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comparer le modèle relationnel SwissSound avec un modèle OO équivalent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Bouclier de Validation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Classez : type MySQL correct ou mal choisi 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8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MPD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 + types MySQL exacts + contraintes → prêt pour CREATE TABLE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Types clés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 pour CHF, VARCHAR pour texte court, ENUM pour listes fermées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Erreurs fréquentes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FLOAT→DECIMAL, INT pour tel→VARCHAR, TEXT pour email→VARCHAR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Contraintes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UNIQUE, CHECK, DEFAULT, AUTO_INCREMENT, FK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Maquettes avant code, dropdowns pour FK, validations formulaire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 droits, moindre privilège, chiffrement RGPD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: forces + faiblesses + améliorations du design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