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: 80% des échecs de projets IT viennent d'une mauvaise compréhension des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: lire une liste de demandes et les classifier.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SwissSound, on utilisera l'interview simulée (l'enseignant joue le directeur du studio).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un jeu de rôle en classe : un étudiant pose les questions, l'enseignant répond comme le directeur.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brief est la base du scénario. Les étudiants doivent en déduire les entités et les données nécessaires.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à distribuer aux étudiants. Ils doivent le remplir après l'interview.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Travail en binômes. 30 minutes. Correction collective.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Recueil des besoins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utilisateur/système · Interview · Cahier des charges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P1 | LO1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Unit 4 — Database Design &amp; 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recueillir les besoins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concevoir une BDD, il faut COMPRENDRE le métier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8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développeur n'est PAS l'expert du domaine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0312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sait CE QU'IL VEUT, pas COMMENT le faire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9748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9748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rôle : traduire les besoins métier en structure de données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9184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fréquente : coder directement sans comprendre le contexte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862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862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Résultat : BDD inadaptée, coûteuse à corriger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Besoins utilisateur vs système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👤 Besoins UTILISATEUR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 que l'utilisateur veut FAIRE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Fonctionnalités visibles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'Ajouter un artiste'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'Voir le planning des sessions'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'Générer une facture PDF'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'Rechercher un album par genre'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4572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914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Besoins SYSTÈME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1463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Contraintes TECHNIQUES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Performance, sécurité, fiabilité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377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'Temps de réponse &lt; 2 sec'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2834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'Backup automatique chaque nuit'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'Chiffrement des données sensibles'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'Compatible Windows et Mac'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Techniques de recueil des besoins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Interview : questions directes au client (notre méthode principale)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8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Observation : regarder comment le travail se fait actuellement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0312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Questionnaire : formulaire écrit (utile pour beaucoup de personnes)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9748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9748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Analyse documentaire : étudier les documents existants (fiches, factures)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9184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Prototypage : maquette pour valider les besoins visuellement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862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862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Brainstorming : session créative avec le client et l'équipe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L'interview : les bonnes pratiques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les questions AVANT (pas d'improvisation)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ouvertes : 'Comment gérez-vous les réservations ?'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fermées pour confirmer : 'Chaque session a un seul ingénieur ?'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Écouter PLUS que parler (ratio 80/20)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des notes structurées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Reformuler pour valider : 'Si je comprends bien, un artiste peut...'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les DOCUMENTS utilisés (fiches, formulaires, tableaux Excel)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SwissSound : le brief du directeur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'Je gère un studio d'enregistrement avec 5 salles'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'Mes artistes réservent des sessions avec un ingénieur du son'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'Je dois savoir quelle salle est libre, quel ingénieur est disponible'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'La comptable a besoin de générer des factures par artiste'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'Chaque artiste a un ou plusieurs genres musicaux'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'Je veux suivre l'inventaire du matériel par salle'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'Certains artistes ne sont plus actifs mais je garde leur historique'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cahier des charges simplifié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CONTEXTE : SwissSound Studios, studio d'enregistrement, Suisse romande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8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BESOINS UTILISATEUR : liste des fonctionnalités (CRUD artistes, sessions...)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0312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BESOINS SYSTÈME : performance, sécurité, compatibilité, RGPD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9748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9748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DOCUMENTS MÉTIER : fiche artiste, bon de session, facture, inventaire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9184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PÉRIMÈTRE : inclus (gestion interne) / exclu (site web public, streaming)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862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862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CONTRAINTES : MySQL, HeidiSQL, budget limité, 1 développeur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✏️ Exercice Module 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5 besoins UTILISATEUR pour SwissSound (fonctionnels)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55448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15544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5 besoins SYSTÈME (techniques, non-fonctionnels)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9456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1945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Lister tous les DOCUMENTS MÉTIER mentionnés par le directeur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346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28346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10 questions d'interview supplémentaires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4747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4747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3 besoins IMPLICITES (RGPD, sauvegarde, historique...)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1480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1148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15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rédiger le cahier des charges complet (template fourni)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L'Usine à Besoins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Triez les demandes : besoin utilisateur ou système 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Correction automatique + Historique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 de toutes les phases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Besoin utilisateur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 : ce que l'utilisateur veut FAIRE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Besoin système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: performance, sécurité, compatibilité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les questions, écouter 80%, reformuler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Cahier des charges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+ besoins U/S + documents + périmètre + contraintes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SwissSound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salles, 6 ingénieurs, ~20 artistes, sessions, factures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Documents métier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artiste, bon de session, facture, inventaire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</dc:title>
  <dc:subject>PptxGenJS Presentation</dc:subject>
  <dc:creator>PptxGenJS</dc:creator>
  <cp:lastModifiedBy>PptxGenJS</cp:lastModifiedBy>
  <cp:revision>1</cp:revision>
  <dcterms:created xsi:type="dcterms:W3CDTF">2026-03-22T04:50:55Z</dcterms:created>
  <dcterms:modified xsi:type="dcterms:W3CDTF">2026-03-22T04:50:55Z</dcterms:modified>
</cp:coreProperties>
</file>