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Recueil des besoins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utilisateur/système, interview, cahier des charges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P1 | LO1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Besoins utilisateur vs système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utilisateur : ce que l'utilisateur veut FAIRE (fonctionnel)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'Je veux pouvoir ajouter un artiste'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système : contrainte TECHNIQUE du système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'Temps de réponse &lt; 2 secondes', 'Backup quotidien'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sont nécessaires dans le cahier des charges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Techniques de recueil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: questions directes au client/utilisateur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regarder comment le travail se fait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: formulaire écrit (grand nombre de personnes)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documentaire : étudier les documents existants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: maquette pour valider les besoins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SwissSound : le brief client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d'enregistrement en Suisse romande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: artistes, albums, sessions, salles, ingénieurs, factures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salles, 6 ingénieurs, ~20 artistes actifs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suivi des réservations, facturation, inventaire matériel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le développeur — le directeur est votre client 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cahier des charges simplifié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: qui est le client, que fait-il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Besoins utilisateur : liste des fonctionnalités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Besoins système : contraintes techniques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Documents métier : fiche artiste, bon de session, facture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Périmètre : ce qui est inclus/exclu du projet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2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2 — Recueil des besoins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Besoins utilisateur vs système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utilisateur : ce que l'utilisateur veut FAIRE (fonctionnel) | Ex: 'Je veux pouvoir ajouter un artiste' | Besoin s...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Techniques de recueil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: questions directes au client/utilisateur | Observation : regarder comment le travail se fait | Questionnaire...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SwissSound : le brief client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d'enregistrement en Suisse romande | Gère : artistes, albums, sessions, salles, ingénieurs, factures | 5 salles, 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cahier des charges simplifié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: qui est le client, que fait-il ? | 2. Besoins utilisateur : liste des fonctionnalités | 3. Besoins système...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Recueil des besoins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