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4 règles sont le cœur du passage MCD→MLD. Les appliquer systématiquement.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notation doit être rigoureuse. # = PK, → = FK. C'est la convention française Merise.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Démontrer avec SwissSound : Session a 3 FK (artiste, salle, ingénieur) car 3 associations 1:N côté (1,1).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table associative est souvent mal comprise. Montrer qu'elle élimine la redondance.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MLD complet. Vérifier que chaque association du MCD a été correctement transformée.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L'intégrité référentielle est l'avantage principal du relationnel vs NoSQL. MySQL refuse les données incohérentes.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MLD doit être parfaitement cohérent avec le MCD du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MLD MCD vers schéma relationnel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passage · PK · FK · Tables associatives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P1 M1 | LO1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Unit 4 — Database Design &amp;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MCD au MLD : les 4 règles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1 : Chaque ENTITÉ devient une 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2 : L'identifiant devient la CLÉ PRIMAIRE (PK)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 : Association 1:N → la PK du côté '1' migre comme FK côté 'N'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4 : Association N:M → TABLE ASSOCIATIVE avec 2 FK comme PK composée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Association 1:1 → FK du côté CIF (0,1 ou 1,1)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Association réflexive → FK auto-référencée dans la même 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Notation MLD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TABLE(#PK, attribut1, attribut2, →FK_table_parente)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devant un attribut = clé primaire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devant un attribut = clé étrangère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Souligner les PK, italique pour les FK (sur papier)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simple 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ARTISTE(#id_artiste, nom, prenom, email, telephone, date_inscription, actif)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ALBUM(#id_album, titre, date_sortie, nb_pistes, prix, →id_artiste)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Règle 3 détaillée : Association 1:N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--(1,N)-- Album → FK dans Album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Car un album a UN SEUL artiste (côté 1,1)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PK d'Artiste (id_artiste) migre dans Album comme FK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ALBUM(#id_album, titre, ..., →id_artiste)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→id_artiste référence ARTISTE(#id_artiste)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à la CIF : c'est le côté (1,1) qui REÇOIT la FK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exemple : Session (1,1) → Salle → FK id_salle dans Session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Règle 4 détaillée : Association N:M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--(0,N)-- Artiste → pas de CIF → TABLE ASSOCIATIVE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GENRE_ARTISTE(→#id_genre, →#id_artiste)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composée des 2 FK → identifie le couple de façon unique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avoir des attributs propres (date_association, priorite...)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exemple possible : Artiste collabore_avec Artiste (N:M réflexive)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COLLABORATION(→#id_artiste1, →#id_artiste2, role)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MLD complet de SwissSound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9319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MLD Textuel de SwissSound Studios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7194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68548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GENRE(#id_genre, nom, description)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49902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ARTISTE(#id_artiste, nom, prenom, email, telephone, date_inscription, actif)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31255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GENRE_ARTISTE(→#id_genre, →#id_artiste)  -- PK composée, table N:M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12609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ALBUM(#id_album, titre, date_sortie, nb_pistes, prix, →id_artiste)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93963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SALLE(#id_salle, nom, capacite, tarif_horaire, equipee_isolation)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975317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INGENIEUR(#id_ingenieur, nom, prenom, specialite, tarif_horaire)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56671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EQUIPEMENT(#id_equipement, nom, categorie, marque, valeur, etat, →id_salle)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538025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SESSION(#id_session, date, heure_debut, heure_fin, statut, notes,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819378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→id_artiste, →id_salle, →id_ingenieur)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100732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FACTURE(#id_facture, date, montant_total, statut_paiement,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382086"/>
            <a:ext cx="786384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→id_artiste, →id_session)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Intégrité référentielle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que chaque FK référence une PK EXISTANTE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insérer un album avec id_artiste = 999 si l'artiste 999 n'existe pas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supprimer un artiste s'il a des albums (sauf CASCADE)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SGBD (MySQL) qui vérifie automatiquement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→ erreur MySQL 1452 (Cannot add or update a child row)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FIABILITÉ de la BDD relationnelle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Exercice Module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MLD textuel complet de SwissSound (9 tables)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association du MCD, indiquer la règle utilisée (1:N ou N:M)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3 FK de la table Session et justifier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des index stratégiques pour les requêtes fréquentes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chaque association du MCD est transformée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ajouter l'association réflexive 'collabore' et la transformer en MLD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Transformateur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Transformez chaque association en schéma relationnel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Correction automatique + 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 de toutes les phases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Règle 1:N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du côté '1' migre comme FK du côté 'N' (côté CIF)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Règle N:M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associative avec 2 FK comme PK composée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Règle 1:1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du côté CIF (0,1 ou 1,1)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TABLE(#PK, attribut, →FK_table)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Intégrité référentielle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doit référencer une PK existante — vérifié par MySQL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FK : →id_artiste, →id_salle, →id_ingenieur (3 relations 1:N)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Genre_Artiste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associative N:M avec PK composée (→#id_genre, →#id_artiste)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</dc:title>
  <dc:subject>PptxGenJS Presentation</dc:subject>
  <dc:creator>PptxGenJS</dc:creator>
  <cp:lastModifiedBy>PptxGenJS</cp:lastModifiedBy>
  <cp:revision>1</cp:revision>
  <dcterms:created xsi:type="dcterms:W3CDTF">2026-03-22T04:50:55Z</dcterms:created>
  <dcterms:modified xsi:type="dcterms:W3CDTF">2026-03-22T04:50:55Z</dcterms:modified>
</cp:coreProperties>
</file>