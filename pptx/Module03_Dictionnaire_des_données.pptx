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des données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Recenser toutes les données, formats, synonymes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P1 M1 | LO1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Qu'est-ce qu'un dictionnaire des données 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EXHAUSTIVE de toutes les données du système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659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donnée : nom, description, type, format, longueur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8803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80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étape de la conception (avant toute modélisation)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7947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les documents métier (fiches, bons, factures)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 élémentaire vs calculée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Élémentaire : stockée directement (nom, date_naissance, tarif)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Calculée : dérivée d'autres données (âge = aujourd'hui - date_naissance)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ne PAS stocker les données calculées !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sont recalculées à la demande (requête SQL)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: dénormalisation volontaire (performance)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Éliminer synonymes et polysèmes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Synonyme : 2 noms pour la même donnée (téléphone = numéro = portable)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Choisir UN seul nom standardisé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Polysème : 1 nom pour 2 données différentes (date = date inscription ? date session ?)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Renommer pour lever l'ambiguïté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: prefixer si nécessaire (date_inscription, date_session)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Template du DD — SwissSound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Nom | Description | Type | Format | Longueur | Règle |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id_artiste | Identifiant unique | Élémentaire | Entier | - | Auto-incrémenté |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nom_artiste | Nom de famille ou scène | Élémentaire | Texte | 100 | Obligatoire |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age_artiste | Âge de l'artiste | Calculé | Entier | - | = aujourd'hui - date_naissance |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: compléter pour toutes les entités SwissSound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3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3 — Dictionnaire des données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Qu'est-ce qu'un dictionnaire des données 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EXHAUSTIVE de toutes les données du système | Pour chaque donnée : nom, description, type, format, longueur | Prem...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 élémentaire vs calculée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Élémentaire : stockée directement (nom, date_naissance, tarif) | Calculée : dérivée d'autres données (âge = aujourd'hui 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Éliminer synonymes et polysèmes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Synonyme : 2 noms pour la même donnée (téléphone = numéro = portable) | → Choisir UN seul nom standardisé | Polysème : 1...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Template du DD — SwissSound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Nom | Description | Type | Format | Longueur | Règle | | | id_artiste | Identifiant unique | Élémentaire | Entier | - 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Dictionnaire des données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