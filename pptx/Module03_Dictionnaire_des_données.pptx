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: cette étape est souvent négligée par les débutants qui veulent coder directement. C'est une ERREUR.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piège : 'Faut-il stocker l'âge ?' → NON car il change chaque jour. On stocke date_naissance et on calcule l'âge à la demande.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rapide : donner une liste de 10 termes et demander de repérer les synonymes et polysèmes.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à compléter par les étudiants pour TOUTES les entités SwissSound.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règles de gestion sont le pont entre le métier et la technique. Chaque règle se traduira en contrainte SQL plus tard.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Travail individuel puis mise en commun. Le DD final doit avoir ~40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Dictionnaire des données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Recenser toutes les données · Formats · Synonymes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P1 M1 | LO1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Unit 4 — Database Design &amp; Development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dictionnaire des données (DD)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étape de la conception (avant MCD, MLD, tout !)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876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876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EXHAUSTIVE de toutes les données du système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0312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10312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les documents métier identifiés dans le cahier des charges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9748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9748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donnée : nom, description, type, format, longueur, règle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9184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9184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DD est la FONDATION de toute la conception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86200"/>
            <a:ext cx="8229600" cy="56692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86200"/>
            <a:ext cx="45720" cy="5669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86200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DD est incomplet → le MCD sera incomplet → la BDD sera incomplète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 élémentaire vs calculée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📦 ÉLÉMENTAIRE (stockée)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Donnée directement saisie/stockée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nom_artiste : 'Léman'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date_naissance : '1990-05-12'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tarif_horaire : 95.00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email : 'marc@mail.ch'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Règle : on STOCKE ces données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914400"/>
            <a:ext cx="420624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914400"/>
            <a:ext cx="4206240" cy="45720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914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 CALCULÉE (dérivée)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1463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Obtenue par calcul à partir d'autres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19202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age = AUJOURD'HUI - date_naissance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3774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duree_session = heure_fin - heure_debut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2834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montant_facture = tarif × heures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2918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nb_albums = COUNT(albums de l'artiste)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749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Règle : on NE STOCKE PAS (sauf exception)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Éliminer synonymes et polysèmes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SYNONYME = 2 noms pour la même donnée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2229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2229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2229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téléphone, numéro, portable, GSM → ✅ telephone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0057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0057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90057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studio, salle, room → ✅ salle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7886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77886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77886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POLYSÈME = 1 nom pour 2 données différentes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5714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65714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65714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'date' → date_inscription ? date_session ? date_facture 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3543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53543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53543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Toujours PRÉFIXER pour lever l'ambiguïté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41371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441371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441371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: minuscules, underscores, préfixe si nécessaire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 de SwissSound — Extrait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Nom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Description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Type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Format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Longueur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Règle</a:t>
                      </a:r>
                      <a:endParaRPr lang="en-US" sz="10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id_artiste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Identifiant unique artiste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Élémentaire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Auto-incrémenté, PK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nom_artiste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 de famille/scène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Élémentaire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car.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prenom_artiste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Prénom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Élémentaire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car.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si groupe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email_artiste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de contact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Élémentaire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car.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Obligatoire, unique, format email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date_inscription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d'inscription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Élémentaire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JJ/MM/AAAA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Défaut = aujourd'hui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age_artiste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Âge de l'artiste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aujourd'hui - date_naissance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Règles de gestion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Extraites de l'interview et des documents métier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02229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02229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502229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'Un artiste peut avoir PLUSIEURS genres musicaux' → relation N:M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90057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90057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90057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'Une session se déroule dans UNE SEULE salle' → relation 1:N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77886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677886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677886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'Le tarif horaire doit être POSITIF' → contrainte CHECK &gt; 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65714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265714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265714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'L'email de l'artiste doit être UNIQUE' → contrainte UNIQUE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53543"/>
            <a:ext cx="8229600" cy="560397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853543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853543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'Un artiste inactif garde son historique' → pas de DELETE, flag booléen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441371"/>
            <a:ext cx="8229600" cy="560397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441371"/>
            <a:ext cx="45720" cy="560397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441371"/>
            <a:ext cx="7818120" cy="5603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règles guident TOUT le reste de la conception 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✏️ Exercice Module 3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144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Compléter le DD pour les entités : Album, Salle, Ingénieur, Équipement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55448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544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15544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Compléter le DD pour : Session, Facture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19456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19456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194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219456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et éliminer les synonymes dans la liste fournie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346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3464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346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51560" y="28346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3 données CALCULÉES et indiquer la formule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47472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4747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51560" y="347472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Lister 5 règles de gestion supplémentaires pour SwissSound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14800"/>
            <a:ext cx="457200" cy="566928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1148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15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trouver 5 règles de gestion 'cachées' non dites par le directeur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Collectionneur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Classez : donnée élémentaire ou calculée 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Correction automatique + Historique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3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 de toutes les phases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Dictionnaire des données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exhaustive de toutes les données avec nom, type, format, règle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Élémentaire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stockée directement (nom, email, date)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Calculée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Dérivée d'autres données — NE PAS stocker (sauf exception)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Synonyme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noms pour 1 donnée → standardiser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Polysème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nom pour 2 données → préfixer pour clarifier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Règle de gestion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 métier qui guide la conception (N:M, CHECK, UNIQUE...)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03</dc:title>
  <dc:subject>PptxGenJS Presentation</dc:subject>
  <dc:creator>PptxGenJS</dc:creator>
  <cp:lastModifiedBy>PptxGenJS</cp:lastModifiedBy>
  <cp:revision>1</cp:revision>
  <dcterms:created xsi:type="dcterms:W3CDTF">2026-03-22T04:50:55Z</dcterms:created>
  <dcterms:modified xsi:type="dcterms:W3CDTF">2026-03-22T04:50:55Z</dcterms:modified>
</cp:coreProperties>
</file>