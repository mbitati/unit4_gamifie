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cette etape est souvent negligee. C'est une ERREUR. Sans DD, le MCD sera faux.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 cours Merise de Tat's : les proprietes doivent etre elementaires et avoir un nom explicite.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piege classique : 'Faut-il stocker l'age ?' NON car il change chaque jour.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rapide : donner une liste de 10 termes et reperer synonymes/polysemes.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concept du cours Merise justifie les FK RESTRICT. Les donnees permanentes = entites independantes.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cours Merise explique parfaitement pourquoi on normalise. Lier ce slide au Module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a completer par les etudiants pour TOUTES les entites SwissSound.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regles de gestion sont le pont entre le metier et la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Travail individuel puis mise en commun. Le DD final doit avoir ~40 donnees.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Dictionnaire des donnees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Recenser toutes les donnees, formats, synonymes, regles de gestion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P1 M1 | LO1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dictionnaire des donnees (DD)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etape de la conception (avant MCD, avant tout !)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EXHAUSTIVE de toutes les donnees du systeme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les documents metier du cahier des charges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donnee : nom, description, type, format, longueur, regle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DD est la FONDATION — si incomplet, tout sera incomplet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 du cours Merise : 'le plus petit lot d'information utilisable de facon autonome'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Propriete, attribut, rubrique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Propriete = le plus petit lot d'information AUTONOME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une information ELEMENTAIRE, non deductible d'autres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 = chaque valeur prise (ex: Ordinateur, Imprimante, Hub)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Propriete SIMPLE (atomique) : non decomposable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Propriete COMPOSEE : decomposable (Adresse → rue, CP, ville)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 SEULEMENT si l'exploitation le necessite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Propriete PARAMETRE : une seule valeur a un instant (ex: date du jour)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Donnee elementaire vs calculee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ELEMENTAIRE (stockee) : saisie directement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nom_artiste : 'Leman' | email : 'marc@mail.ch' | tarif : 95.00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CALCULEE (derivee) : obtenue par calcul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 = AUJOURD'HUI - date_naissance → NE PAS stocker 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duree_session = heure_fin - heure_debut → calculer a la demande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montant_facture = tarif x heures → calculer en SQL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Merise : 'Pourquoi conserver le resultat d'un calcul si on peut le retrouver ?'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0565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0565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 : on ne stocke PAS les donnees calculees (sauf exception performance)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Eliminer synonymes et polysemes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SYNONYME = 2 noms pour la MEME donnee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telephone = numero = portable = GSM → standardiser en 'telephone'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salle = studio = room → standardiser en 'salle'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POLYSEME = 1 nom pour 2 donnees DIFFERENTES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'date' → date_inscription ? date_session ? date_facture 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'montant' → prix_album ? montant_facture ? tarif_salle 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Toujours PREFIXER pour lever l'ambiguite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0565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0565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: minuscules, underscores, prefixes si necessaire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Donnees permanentes vs temporaires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Merise : 'Si on supprime un devis, perd-on le client ?'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donnees CLIENT existent AVANT et APRES le devis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stocker INDEPENDAMMENT (table separee)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donnees PRODUIT existent avant qu'un client ne commande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Table produit separee de table commande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: l'ARTISTE existe independamment de la SESSION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Supprimer une session ne doit PAS supprimer l'artiste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0565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0565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principe d'INTEGRITE REFERENTIELLE (FK RESTRICT)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donnees multiples et mises a jour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Merise : 'un client change d'adresse → modifier partout ?'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l'adresse est dans la table COMMANDE → modifier chaque commande 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l'adresse est dans la table CLIENT → modifier UNE seule fois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C'est le principe de NON-REDONDANCE (normalisation)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multiples : un devis avec PLUSIEURS produits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 pas mettre 'produit1, produit2, produit3' dans le devis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Creer une TABLE DE LIAISON (ligne_devis avec FK devis + FK produit)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0565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0565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: un artiste avec PLUSIEURS genres → table genre_artiste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 de SwissSound — extrait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id_artiste : Elem, Entier, PK auto, identifiant unique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nom_artiste : Elem, Texte 100, Obligatoire, nom de scene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email_artiste : Elem, Texte 150, Obligatoire UNIQUE, format email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date_inscription : Elem, Date, Defaut aujourd'hui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age_artiste : CALCULE, = aujourd'hui - date_naissance, NE PAS STOCKER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id_album : Elem, Entier, PK auto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titre_album : Elem, Texte 200, Obligatoire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0565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0565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prix_album : Elem, Decimal 8.2, &gt;= 0, en CHF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Regles de gestion (depuis l'interview)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 artiste peut avoir PLUSIEURS genres' → relation N:M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'Une session se deroule dans UNE SEULE salle' → relation 1:N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'Le tarif horaire doit etre POSITIF' → contrainte CHECK &gt;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'L'email de l'artiste doit etre UNIQUE' → contrainte UNIQUE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 artiste inactif garde son historique' → flag booleen, pas DELETE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'Une facture concerne UN artiste' → FK artiste dans facture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regle → une contrainte technique plus tard 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Module 3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Completer le DD pour Album, Salle, Ingenieur, Equipement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Completer le DD pour Session, Facture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Identifier et corriger 5 synonymes dans une liste fournie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Identifier 3 donnees CALCULEES et donner la formule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Lister 5 regles de gestion pour SwissSound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Trouver les donnees PERMANENTES vs TEMPORAIRES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: trouver 5 regles de gestion 'cachees' (RGPD, backup, historique)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Collectionneur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Classez : donnee elementaire ou calculee 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 Module 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22860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0" y="594360"/>
            <a:ext cx="5943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594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exhaustive : nom, type, format, longueur, regle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33272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332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Elementaire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033272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0332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Stockee directement (nom, email, date, tarif)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72184"/>
            <a:ext cx="22860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72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Calculee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472184"/>
            <a:ext cx="5943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4721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Derivee d'autres — NE PAS stocker (age, duree, montant)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11096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110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Synonyme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1911096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191109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noms pour 1 donnee → standardiser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50008"/>
            <a:ext cx="22860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3500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Polyseme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2350008"/>
            <a:ext cx="5943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35000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nom pour 2 donnees → prefixer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Permanente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2788920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27889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independamment des transactions (artiste, salle)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27832"/>
            <a:ext cx="22860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227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Regle de gestion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0" y="3227832"/>
            <a:ext cx="5943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32278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metier → CHECK, FK, UNIQUE en SQL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2026-03-24T09:20:39Z</dcterms:created>
  <dcterms:modified xsi:type="dcterms:W3CDTF">2026-03-24T09:20:39Z</dcterms:modified>
</cp:coreProperties>
</file>