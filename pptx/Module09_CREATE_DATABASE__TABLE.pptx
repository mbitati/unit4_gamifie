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47A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1565C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457200"/>
            <a:ext cx="1280160" cy="1280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22860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 DATABASE &amp; TABLE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DDL, types de données, ordre de création FK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4 — Database Design &amp; Development | SwissSound Studios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BTEC : P2 | LO2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DDL : Data Definition Language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579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5791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777240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CREATE DATABASE swisssound;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61160"/>
            <a:ext cx="8229600" cy="57912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661160"/>
            <a:ext cx="54864" cy="5791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661160"/>
            <a:ext cx="777240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swisssound;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270760"/>
            <a:ext cx="8229600" cy="579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270760"/>
            <a:ext cx="54864" cy="5791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270760"/>
            <a:ext cx="777240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CREATE TABLE nom (...);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8229600" cy="57912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880360"/>
            <a:ext cx="54864" cy="5791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880360"/>
            <a:ext cx="777240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ALTER TABLE nom ADD/DROP/MODIFY ...;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489960"/>
            <a:ext cx="8229600" cy="579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489960"/>
            <a:ext cx="54864" cy="5791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489960"/>
            <a:ext cx="777240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DROP TABLE IF EXISTS nom;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099560"/>
            <a:ext cx="8229600" cy="57912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4099560"/>
            <a:ext cx="54864" cy="5791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099560"/>
            <a:ext cx="777240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SHOW TABLES; SHOW CREATE TABLE nom;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 TABLE — syntaxe complète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38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386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7772400" cy="38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CREATE TABLE artiste (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457960"/>
            <a:ext cx="8229600" cy="38608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57960"/>
            <a:ext cx="54864" cy="386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457960"/>
            <a:ext cx="7772400" cy="38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id_artiste INT AUTO_INCREMENT PRIMARY KEY,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864360"/>
            <a:ext cx="8229600" cy="38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864360"/>
            <a:ext cx="54864" cy="386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864360"/>
            <a:ext cx="7772400" cy="38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nom VARCHAR(100) NOT NULL,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270760"/>
            <a:ext cx="8229600" cy="38608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270760"/>
            <a:ext cx="54864" cy="386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270760"/>
            <a:ext cx="7772400" cy="38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email VARCHAR(150) NOT NULL UNIQUE,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677160"/>
            <a:ext cx="8229600" cy="38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677160"/>
            <a:ext cx="54864" cy="386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677160"/>
            <a:ext cx="7772400" cy="38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date_inscription DATE DEFAULT (CURDATE()),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083560"/>
            <a:ext cx="8229600" cy="38608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083560"/>
            <a:ext cx="54864" cy="386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083560"/>
            <a:ext cx="7772400" cy="38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actif BOOLEAN DEFAULT TRUE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489960"/>
            <a:ext cx="8229600" cy="38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489960"/>
            <a:ext cx="54864" cy="386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489960"/>
            <a:ext cx="7772400" cy="38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CONSTRAINT fk_... FOREIGN KEY (col) REFERENCES autre(pk)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3896360"/>
            <a:ext cx="8229600" cy="38608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896360"/>
            <a:ext cx="54864" cy="386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3896360"/>
            <a:ext cx="7772400" cy="38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ON DELETE RESTRICT ON UPDATE CASCADE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302760"/>
            <a:ext cx="8229600" cy="38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4302760"/>
            <a:ext cx="54864" cy="386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4302760"/>
            <a:ext cx="7772400" cy="38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);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Ordre de création (FK)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tables RÉFÉRENCÉES doivent exister AVANT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8229600" cy="64008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783080"/>
            <a:ext cx="54864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7830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SwissSound : Genre → Artiste → Genre_Artiste → Album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514600"/>
            <a:ext cx="54864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514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Puis : Salle → Ingénieur → Équipement → Session → Facture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8229600" cy="64008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246120"/>
            <a:ext cx="54864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246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de suppression : ordre INVERSE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977640"/>
            <a:ext cx="54864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9776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Astuce : DROP TABLE IF EXISTS évite les erreurs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Exercice : créer les 9 tables SwissSound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complet DDL avec toutes les contraintes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8229600" cy="64008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783080"/>
            <a:ext cx="54864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7830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dans HeidiSQL : exécuter le script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514600"/>
            <a:ext cx="54864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514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Vérifier avec SHOW TABLES et SHOW CREATE TABLE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8229600" cy="64008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246120"/>
            <a:ext cx="54864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246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sur chaque colonne pour documenter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977640"/>
            <a:ext cx="54864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9776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 : ajouter IF NOT EXISTS + script de destruction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47A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45720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737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🎮 Mini-jeu : Module 9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914400" y="2377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interactif + Score + Correction automatique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2286000" y="3200400"/>
            <a:ext cx="4572000" cy="54864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6" name="Text 3"/>
          <p:cNvSpPr/>
          <p:nvPr/>
        </p:nvSpPr>
        <p:spPr>
          <a:xfrm>
            <a:off x="2286000" y="32004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▶  Lancer le jeu sur Vercel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Mémo Module 9 — CREATE DATABASE &amp; TABLE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7315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Ce mémo se débloque quand toutes les phases du module sont terminées !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713232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DDL : Data Definition Language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91840" y="1188720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DATABASE swisssound; | USE swisssound; | CREATE TABLE nom (...);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8229600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6596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 TABLE — syntaxe complète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91840" y="1965960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TABLE artiste ( |   id_artiste INT AUTO_INCREMENT PRIMARY KEY, |   nom VARCHAR(100) NOT NULL,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8229600" cy="713232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74320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Ordre de création (FK)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91840" y="2743200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tables RÉFÉRENCÉES doivent exister AVANT | SwissSound : Genre → Artiste → Genre_Artiste → Album | Puis : Salle → Ing...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8229600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52044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Exercice : créer les 9 tables SwissSound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91840" y="3520440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complet DDL avec toutes les contraintes | Tester dans HeidiSQL : exécuter le script | Vérifier avec SHOW TABLES e...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9 — CREATE DATABASE &amp; TABLE</dc:title>
  <dc:subject>PptxGenJS Presentation</dc:subject>
  <dc:creator>Tatiana Mbi</dc:creator>
  <cp:lastModifiedBy>Tatiana Mbi</cp:lastModifiedBy>
  <cp:revision>1</cp:revision>
  <dcterms:created xsi:type="dcterms:W3CDTF">2026-03-22T04:42:30Z</dcterms:created>
  <dcterms:modified xsi:type="dcterms:W3CDTF">2026-03-22T04:42:30Z</dcterms:modified>
</cp:coreProperties>
</file>