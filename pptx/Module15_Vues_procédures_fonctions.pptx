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vues sont un outil de sécurité puissant.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DELIMITER est TOUJOURS source de confusion. Expliquer pourquoi : la procedure contient des ; internes.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Fonction = retourne 1 valeur, utilisable dans SELECT. Procedure = execute des actions, appelée avec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Triggers = automatisation sans intervention humaine. Excellent pour la cohérence des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technique important pour M2.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Vues, procedures, fonctions, triggers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VIEW, PROCEDURE, FUNCTION, TRIGGER, DELIMITER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P3 M2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Vues : tables virtuelles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VIEW v_artistes_actifs AS SELECT * FROM artiste WHERE actif = TRUE;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: SELECT * FROM v_artistes_actifs; (comme une table)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 : simplification, securite, abstraction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stockage physique → recalculee a chaque appel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OR REPLACE VIEW ... pour modifier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VIEW IF EXISTS v_artistes_actifs;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Securite : GRANT SELECT sur la vue, pas sur la table source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Procedures stockees — syntaxe MySQL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DELIMITER //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26127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226127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26127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PROCEDURE sp_ajouter_session(IN p_date DATE, IN p_salle INT)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583575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58357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583575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BEGIN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41022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1941022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1941022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DECLARE v_conflit INT;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298469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298469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298469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SELECT COUNT(*) INTO v_conflit FROM session WHERE ...;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655916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655916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655916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v_conflit &gt; 0 THEN SIGNAL SQLSTATE '45000' 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13364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013364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013364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ELSE INSERT INTO session (...) VALUES (...);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370811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370811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370811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END IF;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728258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728258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728258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//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085705"/>
            <a:ext cx="8229600" cy="330015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" y="408570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085705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DELIMITER ;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443153"/>
            <a:ext cx="8229600" cy="33001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457200" y="4443153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443153"/>
            <a:ext cx="786384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: CALL sp_ajouter_session('2025-05-01', 1);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 — retournent une valeur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FUNCTION fn_ca_artiste(p_id INT) RETURNS DECIMAL(10,2)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0556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055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0556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READS SQL DATA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74244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7424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4244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BEGIN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17932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1793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7932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DECLARE v_ca DECIMAL(10,2);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61620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162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1620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SELECT COALESCE(SUM(montant_total), 0) INTO v_ca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05308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0530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05308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FROM facture WHERE id_artiste = p_id AND statut_paiement = 'payee';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48996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4899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48996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RETURN v_ca;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92684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9268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92684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36372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43637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36372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dans SELECT : SELECT nom, fn_ca_artiste(id_artiste) AS ca FROM artiste;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Triggers — automatisation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TRIGGER trg_after_update_facture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0556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055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0556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AFTER UPDATE ON facture FOR EACH ROW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74244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7424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4244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BEGIN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17932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1793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7932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NEW.statut_paiement = 'payee' AND OLD.statut_paiement &lt;&gt; 'payee' THEN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61620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6162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61620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UPDATE session SET statut = 'facturee' WHERE id_session = NEW.id_session;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5308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0530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05308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END IF;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48996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4899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48996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926840"/>
            <a:ext cx="8229600" cy="40944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9268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92684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CALL : le trigger s'execute AUTOMATIQUEMENT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363720"/>
            <a:ext cx="8229600" cy="4094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43637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363720"/>
            <a:ext cx="786384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BEFORE/AFTER + INSERT/UPDATE/DELETE = 6 combinaisons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15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Creer VIEW v_artistes_actifs (actif=TRUE avec genres)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Creer VIEW v_sessions_mois (sessions du mois en cours)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Creer VIEW v_dashboard_ca (CA par artiste)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Creer PROCEDURE sp_ajouter_session avec verification disponibilite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Creer FUNCTION fn_ca_artiste(id) qui retourne le CA paye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Creer TRIGGER : mettre a jour statut session quand facture payee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: procedure avec gestion d'erreurs DECLARE HANDLER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Masque de la Vue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371600" y="2468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Creez les bons masques pour filtrer les donnees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 Module 15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6400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0" y="6400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6400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Requete sauvegardee, pas de stockage physique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972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0" y="10972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0972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CALL, IN/OUT, DELIMITER //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5544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5544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5544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RETURNS, utilisable dans SELECT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0116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0" y="20116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2834640" y="20116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+ INSERT/UPDATE/DELETE, automatique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4688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DELIMITER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0" y="24688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24688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separateur pour ecrire des ; dans le code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2026-03-24T08:01:32Z</dcterms:created>
  <dcterms:modified xsi:type="dcterms:W3CDTF">2026-03-24T08:01:32Z</dcterms:modified>
</cp:coreProperties>
</file>