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vues sont un outil de sécurité puissant : donner accès à la vue sans accès à la table source.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DELIMITER est nécessaire car la procédure contient des ; internes.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Fonctions = réutilisables dans des SELECT. Triggers = automatisation sans intervention.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technique important pour M2 (système complet avec sécurité et maintenance).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1565C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36576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274320" y="219456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Vues procédures fonctions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VIEW · PROCEDURE · FUNCTION · Triggers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Studios | BTEC: P3 M2 | LO2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Vues : tables virtuelles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VIEW v_artistes_actifs AS SELECT * FROM artiste WHERE actif = TRUE;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Utilisation : SELECT * FROM v_artistes_actifs; (comme une table)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 : simplification (requête complexe → nom simple)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masquer des colonnes sensibles aux utilisateurs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 : changer la requête sans modifier le code client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stockage physique → recalculée à chaque appel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VIEW IF EXISTS v_artistes_actifs;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Procédures stockées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DELIMITER //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216855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16855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216855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PROCEDURE sp_ajouter_session(IN p_date DATE, IN p_salle INT)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19311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519311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1519311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BEGIN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821766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821766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1821766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DECLARE v_conflit INT;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24222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124222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2124222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SELECT COUNT(*) INTO v_conflit FROM session WHERE ...;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2426677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2426677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2426677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IF v_conflit &gt; 0 THEN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2729132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2729132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2729132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SIGNAL SQLSTATE '45000' SET MESSAGE_TEXT = 'Salle occupée';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031588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31588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7" name="Text 25"/>
          <p:cNvSpPr/>
          <p:nvPr/>
        </p:nvSpPr>
        <p:spPr>
          <a:xfrm>
            <a:off x="685800" y="3031588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3334043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57200" y="3334043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3334043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INSERT INTO session (...) VALUES (...);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3636498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" y="3636498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3" name="Text 31"/>
          <p:cNvSpPr/>
          <p:nvPr/>
        </p:nvSpPr>
        <p:spPr>
          <a:xfrm>
            <a:off x="685800" y="3636498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END IF;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3938954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57200" y="3938954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3938954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//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" y="4241409"/>
            <a:ext cx="8229600" cy="275023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57200" y="4241409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9" name="Text 37"/>
          <p:cNvSpPr/>
          <p:nvPr/>
        </p:nvSpPr>
        <p:spPr>
          <a:xfrm>
            <a:off x="685800" y="4241409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DELIMITER ;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4543865"/>
            <a:ext cx="8229600" cy="275023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457200" y="4543865"/>
            <a:ext cx="45720" cy="275023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2" name="Text 40"/>
          <p:cNvSpPr/>
          <p:nvPr/>
        </p:nvSpPr>
        <p:spPr>
          <a:xfrm>
            <a:off x="685800" y="4543865"/>
            <a:ext cx="7818120" cy="2750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 : CALL sp_ajouter_session('2025-05-01', 1);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Fonctions et Triggers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 : retourne une valeur, utilisable dans SELECT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FUNCTION fn_ca_artiste(p_id INT) RETURNS DECIMAL(10,2) ...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SELECT nom, fn_ca_artiste(id_artiste) AS ca FROM artiste;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: se déclenche AUTOMATIQUEMENT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D47A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 TRIGGER trg_after_update_facture AFTER UPDATE ON facture ...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CALL : le trigger s'exécute tout seul après INSERT/UPDATE/DELETE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57200" y="42062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42062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Voir sql/03_views_procedures_security.sql pour les exemples complets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Exercice Module 15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9144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3 vues : v_artistes_actifs, v_sessions_mois, v_dashboard_ca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46304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46304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la procédure sp_ajouter_session avec vérification de disponibilité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01168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201168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la fonction fn_ca_artiste(id) qui retourne le CA payé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5" name="Text 13"/>
          <p:cNvSpPr/>
          <p:nvPr/>
        </p:nvSpPr>
        <p:spPr>
          <a:xfrm>
            <a:off x="685800" y="256032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Créer un trigger qui met à jour le statut session quand facture payée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8229600" cy="521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10896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10896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chaque vue avec SELECT, chaque procédure avec CALL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657600"/>
            <a:ext cx="8229600" cy="521208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7200" y="3657600"/>
            <a:ext cx="45720" cy="521208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657600"/>
            <a:ext cx="78181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DÉFI : procédure avec gestion d'erreurs (DECLARE HANDLER)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0" y="45720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🎮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Mini-jeu : Le Masque de la Vue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371600" y="22860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Placez les bons masques pour filtrer les données !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0" y="3291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15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548640"/>
            <a:ext cx="8229600" cy="27432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486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Déblocable après complétion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VIEW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0" y="96012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8" name="Text 6"/>
          <p:cNvSpPr/>
          <p:nvPr/>
        </p:nvSpPr>
        <p:spPr>
          <a:xfrm>
            <a:off x="2834640" y="9601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 sauvegardée = table virtuelle, pas de stockage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6304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PROCEDURE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743200" y="146304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2" name="Text 10"/>
          <p:cNvSpPr/>
          <p:nvPr/>
        </p:nvSpPr>
        <p:spPr>
          <a:xfrm>
            <a:off x="2834640" y="146304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 de code avec paramètres IN/OUT, CALL pour exécuter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96596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FUNCTION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43200" y="196596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16" name="Text 14"/>
          <p:cNvSpPr/>
          <p:nvPr/>
        </p:nvSpPr>
        <p:spPr>
          <a:xfrm>
            <a:off x="2834640" y="196596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Retourne une valeur, utilisable dans SELECT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246888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46888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0" y="246888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0" name="Text 18"/>
          <p:cNvSpPr/>
          <p:nvPr/>
        </p:nvSpPr>
        <p:spPr>
          <a:xfrm>
            <a:off x="2834640" y="246888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Automatique : BEFORE/AFTER + INSERT/UPDATE/DELETE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57200" y="2971800"/>
            <a:ext cx="22860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297180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DELIMITER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0" y="2971800"/>
            <a:ext cx="5943600" cy="475488"/>
          </a:xfrm>
          <a:prstGeom prst="rect">
            <a:avLst/>
          </a:prstGeom>
          <a:solidFill>
            <a:srgbClr val="E3F2FD"/>
          </a:solidFill>
          <a:ln/>
        </p:spPr>
      </p:sp>
      <p:sp>
        <p:nvSpPr>
          <p:cNvPr id="24" name="Text 22"/>
          <p:cNvSpPr/>
          <p:nvPr/>
        </p:nvSpPr>
        <p:spPr>
          <a:xfrm>
            <a:off x="2834640" y="297180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Changer le séparateur pour écrire des ; dans le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474720"/>
            <a:ext cx="22860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3474720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Sécurité vue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0" y="3474720"/>
            <a:ext cx="5943600" cy="475488"/>
          </a:xfrm>
          <a:prstGeom prst="rect">
            <a:avLst/>
          </a:prstGeom>
          <a:solidFill>
            <a:srgbClr val="F0F0F0"/>
          </a:solidFill>
          <a:ln/>
        </p:spPr>
      </p:sp>
      <p:sp>
        <p:nvSpPr>
          <p:cNvPr id="28" name="Text 26"/>
          <p:cNvSpPr/>
          <p:nvPr/>
        </p:nvSpPr>
        <p:spPr>
          <a:xfrm>
            <a:off x="2834640" y="3474720"/>
            <a:ext cx="5760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Donner accès à la vue, pas à la table source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15</dc:title>
  <dc:subject>PptxGenJS Presentation</dc:subject>
  <dc:creator>PptxGenJS</dc:creator>
  <cp:lastModifiedBy>PptxGenJS</cp:lastModifiedBy>
  <cp:revision>1</cp:revision>
  <dcterms:created xsi:type="dcterms:W3CDTF">2026-03-22T04:57:45Z</dcterms:created>
  <dcterms:modified xsi:type="dcterms:W3CDTF">2026-03-22T04:57:45Z</dcterms:modified>
</cp:coreProperties>
</file>