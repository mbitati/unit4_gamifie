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Vues, procédures, fonctions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VIEW, PROCEDURE, FUNCTION, triggers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— Database Design &amp; Development | SwissSound Studios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 : P3 M2 | LO2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Vues (VIEW)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VIEW v_artistes_actifs AS SELECT ... WHERE actif = TRUE;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enregistrée qui se comporte comme une table virtuelle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* FROM v_artistes_actifs; (utilisation simple)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: simplification, sécurité (masquer colonnes), abstraction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 de stockage physique → recalculée à chaque appel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Procédures stockées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343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4343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DELIMITER //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343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54864" cy="4343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08760"/>
            <a:ext cx="7772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PROCEDURE sp_ajouter_session(IN p_date DATE, ...)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4343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65960"/>
            <a:ext cx="54864" cy="4343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65960"/>
            <a:ext cx="7772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BEGIN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8229600" cy="4343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23160"/>
            <a:ext cx="54864" cy="4343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423160"/>
            <a:ext cx="7772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 logique SQL ici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343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80360"/>
            <a:ext cx="54864" cy="4343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80360"/>
            <a:ext cx="7772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//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8229600" cy="4343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37560"/>
            <a:ext cx="54864" cy="4343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37560"/>
            <a:ext cx="7772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DELIMITER 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4343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94760"/>
            <a:ext cx="54864" cy="4343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94760"/>
            <a:ext cx="7772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: CALL sp_ajouter_session('2025-04-15', ...);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4343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251960"/>
            <a:ext cx="54864" cy="4343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251960"/>
            <a:ext cx="7772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IN (entrée), OUT (sortie), INOUT (les deux)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Fonctions personnalisées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FUNCTION fn_ca_artiste(p_id INT) RETURNS DECIMAL(10,2)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READS SQL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BEGIN ... RETURN valeur; 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Utilisation dans SELECT : SELECT nom, fn_ca_artiste(id) FROM artiste;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Différence avec procédure : RETURNS obligatoire, pas de 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Déclencheur automatique sur INSERT/UPDATE/DELETE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ou AFTER l'opération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TRIGGER trg_nom AFTER UPDATE ON facture FOR EACH ROW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BEGIN ... utiliser NEW.colonne et OLD.colonne ... 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mettre à jour le statut session quand facture payée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Mini-jeu : Module 15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interactif + Score + Correction automatique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 sur Vercel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15 — Vues, procédures, fonctions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Ce mémo se débloque quand toutes les phases du module sont terminées !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Vues (VIEW)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18872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VIEW v_artistes_actifs AS SELECT ... WHERE actif = TRUE; | Requête enregistrée qui se comporte comme une table vi...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Procédures stockées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 // | CREATE PROCEDURE sp_ajouter_session(IN p_date DATE, ...) | BEGIN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71323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Fonctions personnalisées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FUNCTION fn_ca_artiste(p_id INT) RETURNS DECIMAL(10,2) | DETERMINISTIC READS SQL DATA | BEGIN ... RETURN valeur; 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352044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automatique sur INSERT/UPDATE/DELETE | BEFORE ou AFTER l'opération | CREATE TRIGGER trg_nom AFTER UPDATE ON ...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15 — Vues, procédures, fonctions</dc:title>
  <dc:subject>PptxGenJS Presentation</dc:subject>
  <dc:creator>Tatiana Mbi</dc:creator>
  <cp:lastModifiedBy>Tatiana Mbi</cp:lastModifiedBy>
  <cp:revision>1</cp:revision>
  <dcterms:created xsi:type="dcterms:W3CDTF">2026-03-22T04:42:30Z</dcterms:created>
  <dcterms:modified xsi:type="dcterms:W3CDTF">2026-03-22T04:42:30Z</dcterms:modified>
</cp:coreProperties>
</file>