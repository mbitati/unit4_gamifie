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taper le script de peuplement dans HeidiSQL. Vérifier que les FK sont respectées.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RÈGLE D'OR : SELECT avant UPDATE. Toujours. Sans exception.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 danger en live : créer une table test, INSERT 10 lignes, DELETE sans WHERE → tout disparaît.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transactions sont essentielles pour la fiabilité. Démontrer : BEGIN → modifications → ROLLBACK → vérifier que rien n'a changé.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Répéter la distinction atomicité ACID vs 1NF. C'est une question classique d'examen.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Exercice pratique complet. Les étudiants manipulent les données réelles de SwissSound.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DML INSERT UPDATE DELETE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ACID · COMMIT · ROLLBACK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P2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INSERT INTO — peupler les tables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INTO artiste (nom, prenom, email) VALUES ('Léman', 'Marc', 'marc@mail.ch');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avec toutes les colonnes nommées = BONNE PRATIQUE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multiple (plus rapide) :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INTO genre (nom) VALUES ('Rock'), ('Jazz'), ('Pop'), ('Hip-Hop');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Respecter l'ORDRE des FK : parents d'abord (genre, artiste) puis enfants (album)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script sql/01_insert_data.sql contient toutes les données SwissSound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 — modifier des données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artiste SET email = 'nouveau@mail.ch' WHERE id_artiste = 1;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TOUJOURS vérifier le WHERE avant d'exécuter !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d'abord SELECT ... WHERE ... pour voir ce qui sera modifié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sans WHERE → modifie TOUTES les lignes !!!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artiste SET actif = FALSE WHERE date_inscription &lt; '2023-01-01';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modifier plusieurs colonnes : SET nom = 'Nouveau', email = 'new@mail.ch'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— supprimer des données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facture WHERE statut_paiement = 'annulee';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DELETE sans WHERE → supprime TOUTES les lignes !!!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TRUNCATE TABLE artiste; → supprime tout + reset AUTO_INCREMENT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Différence DELETE vs TRUNCATE : DELETE peut être dans une transaction, TRUNCATE non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SELECT COUNT(*) ... WHERE ... avant DELETE pour voir combien de lignes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FK RESTRICT bloquent le DELETE si des enfants existent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Transactions : BEGIN, COMMIT, ROLLBACK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START TRANSACTION;  -- ou BEGIN;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5128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3512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5128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artiste SET actif = FALSE WHERE id_artiste = 5;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78816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7881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78816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facture WHERE id_facture = 3;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2504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2250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22504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 Vérifier les résultats avec SELECT...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66192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66192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6192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COMMIT;  -- ✅ tout est sauvegardé définitivement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09880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0988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9880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 OU --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53568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5356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53568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ROLLBACK;  -- ❌ tout est annulé, retour à l'état initial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7256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9725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97256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SAVEPOINT point1;  -- point de retour intermédiaire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40944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44094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40944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ROLLBACK TO point1;  -- revenir à ce point uniquement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ACID — les 4 propriétés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Atomicité : la transaction est TOUT OU RIEN (≠ atomicité 1NF !!!)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 : la BDD passe d'un état valide à un autre état valide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: les transactions concurrentes ne se perturbent pas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Durabilité : après COMMIT, les données survivent même à un crash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PIÈGE CLASSIQUE : atomicité ACID ≠ atomicité 1NF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= transaction complète ou annulée | 1NF = valeur indivisible dans cellule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sont DEUX concepts DIFFÉRENTS avec le même nom !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 le script sql/01_insert_data.sql dans HeidiSQL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5 UPDATE ciblés (modifier email, changer statut, augmenter tarif...)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3 DELETE ciblés avec vérification SELECT avant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BEGIN/COMMIT pour grouper 3 modifications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Simuler un crash : BEGIN → modifications → ROLLBACK → vérifier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utiliser SAVEPOINT pour un rollback partiel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Démineur SQL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sans WHERE = BOOM ! Apprenez la prudence.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INSERT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Nommer les colonnes, respecter l'ordre FK, INSERT multiple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avec WHERE — SELECT avant pour vérifier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avec WHERE — SELECT COUNT avant pour vérifier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TRUNCATE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 tout + reset AUTO_INCREMENT (hors transaction)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BEGIN/COMMIT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modifications définitivement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ROLLBACK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Annuler tout depuis BEGIN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ACID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Atomicité (≠1NF!), Cohérence, Isolation, Durabilité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11</dc:title>
  <dc:subject>PptxGenJS Presentation</dc:subject>
  <dc:creator>PptxGenJS</dc:creator>
  <cp:lastModifiedBy>PptxGenJS</cp:lastModifiedBy>
  <cp:revision>1</cp:revision>
  <dcterms:created xsi:type="dcterms:W3CDTF">2026-03-22T04:57:45Z</dcterms:created>
  <dcterms:modified xsi:type="dcterms:W3CDTF">2026-03-22T04:57:45Z</dcterms:modified>
</cp:coreProperties>
</file>