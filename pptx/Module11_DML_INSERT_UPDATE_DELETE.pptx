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Faire taper le script dans HeidiSQL.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SELECT avant UPDATE. Toujours. Sans exception.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Montrer le danger en live : creer table test, INSERT 10 lignes, DELETE sans WHERE.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: BEGIN → modifications → ROLLBACK → verifier que rien n'a change.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Repeter : atomicite ACID ≠ 1NF. Question classique d'examen.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exercices GESCOM 19-21 sont disponibles dans le bac a sable SQL.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47A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1565C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365760"/>
            <a:ext cx="1280160" cy="12801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11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274320" y="219456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DML INSERT UPDATE DELETE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Peuplement, transactions ACID, COMMIT, ROLLBACK, SAVEPOINT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SwissSound Studios | BTEC: P2 | LO2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INSERT INTO — peupler les tables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777240"/>
            <a:ext cx="45720" cy="448056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777240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INSERT INTO artiste (nom, prenom, email) VALUES ('Leman', 'Marc', 'marc@mail.ch');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252728"/>
            <a:ext cx="8229600" cy="448056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252728"/>
            <a:ext cx="45720" cy="448056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252728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Nommer les colonnes = BONNE PRATIQUE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728216"/>
            <a:ext cx="8229600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1728216"/>
            <a:ext cx="45720" cy="448056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728216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INSERT multiple (plus rapide) :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203704"/>
            <a:ext cx="8229600" cy="448056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203704"/>
            <a:ext cx="45720" cy="448056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203704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INSERT INTO genre (nom) VALUES ('Rock'), ('Jazz'), ('Pop'), ('Hip-Hop');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679192"/>
            <a:ext cx="8229600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2679192"/>
            <a:ext cx="45720" cy="448056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679192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Respecter l'ORDRE FK : parents d'abord (genre, artiste)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154680"/>
            <a:ext cx="8229600" cy="448056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3154680"/>
            <a:ext cx="45720" cy="448056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154680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puis enfants (album, session)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630168"/>
            <a:ext cx="8229600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3630168"/>
            <a:ext cx="45720" cy="448056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630168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sql/01_insert_data.sql contient toutes les donnees SwissSound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UPDATE — modifier des donnees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777240"/>
            <a:ext cx="45720" cy="448056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777240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artiste SET email = 'nouveau@mail.ch' WHERE id_artiste = 1;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52728"/>
            <a:ext cx="8229600" cy="448056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252728"/>
            <a:ext cx="45720" cy="448056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252728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REGLE D'OR : TOUJOURS verifier le WHERE avant d'executer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728216"/>
            <a:ext cx="8229600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1728216"/>
            <a:ext cx="45720" cy="448056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728216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Astuce : SELECT ... WHERE ... AVANT pour voir ce qui sera modifie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203704"/>
            <a:ext cx="8229600" cy="448056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203704"/>
            <a:ext cx="45720" cy="448056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203704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sans WHERE → modifie TOUTES les lignes !!!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679192"/>
            <a:ext cx="8229600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2679192"/>
            <a:ext cx="45720" cy="448056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679192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Peut modifier plusieurs colonnes :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154680"/>
            <a:ext cx="8229600" cy="448056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3154680"/>
            <a:ext cx="45720" cy="448056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154680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SET nom = 'Nouveau', email = 'new@mail.ch'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630168"/>
            <a:ext cx="8229600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3630168"/>
            <a:ext cx="45720" cy="448056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630168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artiste SET actif = FALSE WHERE date_inscription &lt; '2023-01-01';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DELETE — supprimer des donnees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777240"/>
            <a:ext cx="45720" cy="448056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777240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FROM facture WHERE statut_paiement = 'annulee';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52728"/>
            <a:ext cx="8229600" cy="448056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252728"/>
            <a:ext cx="45720" cy="448056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252728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sans WHERE → supprime TOUTES les lignes !!!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728216"/>
            <a:ext cx="8229600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1728216"/>
            <a:ext cx="45720" cy="448056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728216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TRUNCATE TABLE artiste; → supprime tout + reset AUTO_INCREMENT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203704"/>
            <a:ext cx="8229600" cy="448056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203704"/>
            <a:ext cx="45720" cy="448056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203704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 DELETE vs TRUNCATE : DELETE dans transaction, TRUNCATE non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679192"/>
            <a:ext cx="8229600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2679192"/>
            <a:ext cx="45720" cy="448056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679192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Astuce : SELECT COUNT(*) ... WHERE ... avant DELETE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154680"/>
            <a:ext cx="8229600" cy="448056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3154680"/>
            <a:ext cx="45720" cy="448056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154680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FK RESTRICT bloquent le DELETE si enfants existent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630168"/>
            <a:ext cx="8229600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3630168"/>
            <a:ext cx="45720" cy="448056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630168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Erreur 1451 si on essaie de supprimer un artiste avec albums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Transactions : BEGIN, COMMIT, ROLLBACK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4094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777240"/>
            <a:ext cx="45720" cy="40944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777240"/>
            <a:ext cx="7863840" cy="40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TRANSACTION; — ou BEGIN;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14120"/>
            <a:ext cx="8229600" cy="409448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214120"/>
            <a:ext cx="45720" cy="40944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214120"/>
            <a:ext cx="7863840" cy="40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artiste SET actif = FALSE WHERE id_artiste = 5;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651000"/>
            <a:ext cx="8229600" cy="4094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1651000"/>
            <a:ext cx="45720" cy="40944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651000"/>
            <a:ext cx="7863840" cy="40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FROM facture WHERE id_facture = 3;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087880"/>
            <a:ext cx="8229600" cy="409448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087880"/>
            <a:ext cx="45720" cy="40944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087880"/>
            <a:ext cx="7863840" cy="40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-- Verifier les resultats avec SELECT...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524760"/>
            <a:ext cx="8229600" cy="4094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2524760"/>
            <a:ext cx="45720" cy="40944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524760"/>
            <a:ext cx="7863840" cy="40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COMMIT; — tout est sauvegarde definitivement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961640"/>
            <a:ext cx="8229600" cy="409448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2961640"/>
            <a:ext cx="45720" cy="40944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2961640"/>
            <a:ext cx="7863840" cy="40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-- OU --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398520"/>
            <a:ext cx="8229600" cy="4094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3398520"/>
            <a:ext cx="45720" cy="40944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398520"/>
            <a:ext cx="7863840" cy="40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ROLLBACK; — tout est annule, retour a l'etat initial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835400"/>
            <a:ext cx="8229600" cy="409448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" y="3835400"/>
            <a:ext cx="45720" cy="40944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3835400"/>
            <a:ext cx="7863840" cy="40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SAVEPOINT point1; — point de retour intermediaire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272280"/>
            <a:ext cx="8229600" cy="4094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457200" y="4272280"/>
            <a:ext cx="45720" cy="40944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4272280"/>
            <a:ext cx="7863840" cy="40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ROLLBACK TO point1; — revenir a ce point uniquement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ACID — les 4 proprietes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777240"/>
            <a:ext cx="45720" cy="448056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777240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Atomicite : la transaction est TOUT OU RIEN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52728"/>
            <a:ext cx="8229600" cy="448056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252728"/>
            <a:ext cx="45720" cy="448056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252728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≠ atomicite 1NF !!! ACID = transaction, 1NF = cellule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728216"/>
            <a:ext cx="8229600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1728216"/>
            <a:ext cx="45720" cy="448056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728216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Coherence : la BDD passe d'un etat valide a un autre etat valide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203704"/>
            <a:ext cx="8229600" cy="448056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203704"/>
            <a:ext cx="45720" cy="448056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203704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: les transactions concurrentes ne se perturbent pas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679192"/>
            <a:ext cx="8229600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2679192"/>
            <a:ext cx="45720" cy="448056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679192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Durabilite : apres COMMIT, les donnees survivent meme a un crash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154680"/>
            <a:ext cx="8229600" cy="448056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3154680"/>
            <a:ext cx="45720" cy="448056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154680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Mnemonique : A-C-I-D = 'Acide' pour la fiabilite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630168"/>
            <a:ext cx="8229600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3630168"/>
            <a:ext cx="45720" cy="448056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630168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SGBD relationnels supportent ACID (avantage vs NoSQL)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Exercices GESCOM lies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777240"/>
            <a:ext cx="45720" cy="448056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777240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Exercice GESCOM #19 : INSERT client (NOCLI=700, 'TEST', ZURICH)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52728"/>
            <a:ext cx="8229600" cy="448056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252728"/>
            <a:ext cx="45720" cy="448056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252728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Exercice GESCOM #20 : UPDATE article, augmenter CA de 10% (four. 80)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728216"/>
            <a:ext cx="8229600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1728216"/>
            <a:ext cx="45720" cy="448056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728216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Exercice GESCOM #21 : DELETE client TEST qu'on vient d'inserer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203704"/>
            <a:ext cx="8229600" cy="448056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203704"/>
            <a:ext cx="45720" cy="448056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203704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SwissSound :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679192"/>
            <a:ext cx="8229600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2679192"/>
            <a:ext cx="45720" cy="448056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679192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INSERT 5 artistes avec donnees suisses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154680"/>
            <a:ext cx="8229600" cy="448056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3154680"/>
            <a:ext cx="45720" cy="448056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154680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UPDATE email d'un artiste (avec SELECT avant !)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630168"/>
            <a:ext cx="8229600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3630168"/>
            <a:ext cx="45720" cy="448056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630168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Transaction : BEGIN → 3 modifications → ROLLBACK → verifier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105656"/>
            <a:ext cx="8229600" cy="448056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" y="4105656"/>
            <a:ext cx="45720" cy="448056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105656"/>
            <a:ext cx="7863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 : utiliser SAVEPOINT pour un rollback partiel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47A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Mini-jeu : Le Demineur SQL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71600" y="24688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sans WHERE = BOOM !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Memo Module 11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457200" y="594360"/>
            <a:ext cx="2286000" cy="41148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943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INSERT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0" y="594360"/>
            <a:ext cx="5943600" cy="41148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6" name="Text 4"/>
          <p:cNvSpPr/>
          <p:nvPr/>
        </p:nvSpPr>
        <p:spPr>
          <a:xfrm>
            <a:off x="2834640" y="59436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Nommer colonnes, respecter ordre FK, INSERT multiple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33272"/>
            <a:ext cx="2286000" cy="41148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03327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UPDATE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0" y="1033272"/>
            <a:ext cx="5943600" cy="41148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0" name="Text 8"/>
          <p:cNvSpPr/>
          <p:nvPr/>
        </p:nvSpPr>
        <p:spPr>
          <a:xfrm>
            <a:off x="2834640" y="1033272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TOUJOURS avec WHERE — SELECT avant !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1472184"/>
            <a:ext cx="2286000" cy="41148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472184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DELETE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0" y="1472184"/>
            <a:ext cx="5943600" cy="41148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14" name="Text 12"/>
          <p:cNvSpPr/>
          <p:nvPr/>
        </p:nvSpPr>
        <p:spPr>
          <a:xfrm>
            <a:off x="2834640" y="1472184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TOUJOURS avec WHERE — SELECT COUNT avant !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1911096"/>
            <a:ext cx="2286000" cy="41148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1911096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TRUNCATE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0" y="1911096"/>
            <a:ext cx="5943600" cy="41148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8" name="Text 16"/>
          <p:cNvSpPr/>
          <p:nvPr/>
        </p:nvSpPr>
        <p:spPr>
          <a:xfrm>
            <a:off x="2834640" y="1911096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Supprime tout + reset AUTO_INCREMENT (hors transaction)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2350008"/>
            <a:ext cx="2286000" cy="41148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235000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BEGIN/COMMIT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0" y="2350008"/>
            <a:ext cx="5943600" cy="41148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22" name="Text 20"/>
          <p:cNvSpPr/>
          <p:nvPr/>
        </p:nvSpPr>
        <p:spPr>
          <a:xfrm>
            <a:off x="2834640" y="2350008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Valider definitivement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2788920"/>
            <a:ext cx="2286000" cy="41148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27889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ROLLBACK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0" y="2788920"/>
            <a:ext cx="5943600" cy="41148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26" name="Text 24"/>
          <p:cNvSpPr/>
          <p:nvPr/>
        </p:nvSpPr>
        <p:spPr>
          <a:xfrm>
            <a:off x="2834640" y="278892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Annuler tout depuis BEGIN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3227832"/>
            <a:ext cx="2286000" cy="41148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322783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ACID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743200" y="3227832"/>
            <a:ext cx="5943600" cy="41148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30" name="Text 28"/>
          <p:cNvSpPr/>
          <p:nvPr/>
        </p:nvSpPr>
        <p:spPr>
          <a:xfrm>
            <a:off x="2834640" y="3227832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Atomicite (≠1NF!), Coherence, Isolation, Durabilite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2026-03-24T09:20:40Z</dcterms:created>
  <dcterms:modified xsi:type="dcterms:W3CDTF">2026-03-24T09:20:40Z</dcterms:modified>
</cp:coreProperties>
</file>