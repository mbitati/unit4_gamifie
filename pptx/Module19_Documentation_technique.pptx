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00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6A1B9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572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19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technique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 niveaux 0-2, flowcharts, dictionnaire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Database Design &amp; Development | SwissSound Studios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BTEC : P5 M5 | LO4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technique : pour qui 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: développeurs, DBA, équipe de maintenance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: architecture, DFD, flowcharts, dictionnaire technique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: permettre à quelqu'un d'autre de comprendre et maintenir le système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Différent de la doc utilisateur (Module 20)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: document DOCX ou PDF structuré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DFD : Data Flow Diagram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0 (contexte) : le système entier = 1 processus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externes : Artiste, Comptable, Admin, Ingénieur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: décomposition en sous-processus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: Gérer artistes, Planifier sessions, Facturer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: détail d'un processus du niveau 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Symboles DFD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⬭ Rectangle arrondi/cercle : PROCESSUS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▭ Rectangle ouvert : STOCKAGE de données (table)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 Rectangle fermé : ENTITÉ EXTERNE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0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Flèche : FLUX de données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: Draw.io (modèle DFD disponible)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5791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⬭ Ovale : Début / Fin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61160"/>
            <a:ext cx="8229600" cy="57912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61160"/>
            <a:ext cx="54864" cy="5791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611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▭ Rectangle : Processus / Action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707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70760"/>
            <a:ext cx="54864" cy="5791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707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◇ Losange : Décision (oui/non)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8229600" cy="57912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880360"/>
            <a:ext cx="54864" cy="5791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8803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▱ Parallélogramme : Entrée / Sortie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4899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489960"/>
            <a:ext cx="54864" cy="5791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4899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flowchart 'Réserver une session'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099560"/>
            <a:ext cx="8229600" cy="57912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4099560"/>
            <a:ext cx="54864" cy="5791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0995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Inclure les conditions d'erreur (salle indisponible, FK invalide)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Dictionnaire de données technique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DD de conception (Module 3) : ici c'est le doc FINAL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table : nom, description, nb colonnes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colonne : nom, type MySQL, contraintes, description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Inclure les FK avec table référencée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0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Généré avec SHOW CREATE TABLE + documentation manuelle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00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 Mini-jeu : Module 19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+ Score + Correction automatique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3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 sur Vercel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19 — Documentation technique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Ce mémo se débloque quand toutes les phases du module sont terminées !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technique : pour qui ?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118872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: développeurs, DBA, équipe de maintenance | Contenu : architecture, DFD, flowcharts, dictionnaire technique | 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DFD : Data Flow Diagram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0 (contexte) : le système entier = 1 processus | Entités externes : Artiste, Comptable, Admin, Ingénieur | Niveau...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13232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432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Symboles DFD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⬭ Rectangle arrondi/cercle : PROCESSUS | ▭ Rectangle ouvert : STOCKAGE de données (table) | ▬ Rectangle fermé : ENTITÉ E...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35204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⬭ Ovale : Début / Fin | ▭ Rectangle : Processus / Action | ◇ Losange : Décision (oui/non)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4297680"/>
            <a:ext cx="8229600" cy="713232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29768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Dictionnaire de données technique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91840" y="429768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DD de conception (Module 3) : ici c'est le doc FINAL | Pour chaque table : nom, description, nb colonnes | Pour chaque...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Documentation technique</dc:title>
  <dc:subject>PptxGenJS Presentation</dc:subject>
  <dc:creator>Tatiana Mbi</dc:creator>
  <cp:lastModifiedBy>Tatiana Mbi</cp:lastModifiedBy>
  <cp:revision>1</cp:revision>
  <dcterms:created xsi:type="dcterms:W3CDTF">2026-03-22T04:42:30Z</dcterms:created>
  <dcterms:modified xsi:type="dcterms:W3CDTF">2026-03-22T04:42:30Z</dcterms:modified>
</cp:coreProperties>
</file>