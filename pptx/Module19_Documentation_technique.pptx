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distinction technique vs utilisateur. Deux audiences, deux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Commencer par le niveau 0 au tableau, puis decomposer un processus en niveau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dessiner les 4 symboles par les etudiants. Puis les assembler pour SwissSound.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flowchart montre la LOGIQUE, le DFD montre les FLUX DE DONNEES. Complementaires.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 du document Lo4_pptx. Le diagramme de cas d'utilisation est un outil UML pour visualiser les fonctionnalites avant de coder. Utile pour le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ce diagramme en live avec les etudiants. Chaque acteur a un bonhomme batonnet, chaque cas un ovale, le tout dans un rectangle 'SwissSound'.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dictionnaire technique est le document de reference pour la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DFD, flowcharts et cas d'utilisation sont requis pour M5.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technique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· Flowcharts · Cas d'utilisation UML · Dictionnaire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P5 M5 | LO4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technique : pour qui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: developpeurs, DBA, equipe de maintenance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: permettre a quelqu'un d'AUTRE de comprendre le systeme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: DFD, flowcharts, cas d'utilisation UML, dictionnaire technique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document DOCX ou PDF 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Documentation UTILISATEUR (Module 20) = pour les utilisateurs finaux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 technique repond a : 'Comment le systeme FONCTIONNE ?'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 utilisateur repond a : 'Comment UTILISER le systeme ?'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 : Data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qui montre les FLUX DE DONNEES dans le systeme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 (contexte) : le systeme entier = 1 seul processus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Entites externes : Artiste, Comptable, Admin, Ingenieur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decomposition en sous-processus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detail d'UN processus du niveau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Symboles : cercle=processus, rectangle ouvert=stockage, ferme=externe, fleche=flux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Draw.io (modele DFD disponible)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Symboles DFD — a connaitre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 (ou rectangle arrondi) : PROCESSUS — transformation de donnees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ouvert (2 cotes) : STOCKAGE de donnees — table BDD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ferme : ENTITE EXTERNE — personne/systeme hors du systeme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Fleche : FLUX de donnees — direction du transfert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transforme les donnees entrantes en sortantes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stockage conserve les donnees entre les processus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L'entite externe est source ou destinataire des donnees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Flowcharts (Organigrammes)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visuelle de la sequence d'etapes et decisions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Ovale : Debut / Fin du processus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: Action / Processus (ex: Verifier disponibilite salle)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Losange : Decision (oui/non, vrai/faux)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Parallelogramme : Entree / Sortie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Fleches : direction du flux logique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les cas d'erreur : salle indisponible, ingenieur occupe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Diagramme de cas d'utilisation UML (NOUVEAU)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la FONCTIONNALITE du systeme vue de l'exterieur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: personnes/entites avec des roles (Artiste, Admin, Comptable)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 : ovales = actions du systeme (Reserver session, Generer facture)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: rectangle = frontiere du systeme (SwissSound)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: ligne simple = acteur utilise un cas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: un cas NECESSITE un autre (Facturer include Verifier session)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: un cas est OPTIONNEL (Envoyer rappel extend Facturer)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 d'utilisation SwissSound — exemple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: Artiste, Ingenieur, Reception, Comptable,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 du systeme SwissSound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Artiste : Consulter planning, Voir factures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Reception : Ajouter artiste, Reserver session, Modifier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Ingenieur : Consulter sessions, Marquer session terminee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Comptable : Generer facture, Suivre paiements, Exporter 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: Gerer utilisateurs, Sauvegarder BDD, Configurer salles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Dictionnaire de donnees technique (final)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DD de conception (Module 3) : ici c'est le doc FINAL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table : nom, description, nombre de colonnes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colonne : nom, type MySQL EXACT, contraintes, 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les FK avec table referencee + comportement (CASCADE/RESTRICT)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 automatiquement : SHOW CREATE TABLE → copier-coller + annoter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index avec justification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dictionnaire accompagne les DFD, flowcharts et cas d'utilisation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DFD niveau 0 de SwissSound (Draw.io)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DFD niveau 1 (5 sous-processus)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DFD niveau 2 pour le processus 'Facturation'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Flowchart 'Reserver une session' avec cas d'erreur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Diagramme de cas d'utilisation UML (5 acteurs)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Dictionnaire technique des 9 tables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documenter l'architecture (serveur, clients, reseau, backup)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0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Cartographe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Placez les bons symboles DFD et UML au bon endroit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19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2860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640080"/>
            <a:ext cx="59436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6400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donnees entre processus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972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972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1 processus, entites externes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22860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544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554480"/>
            <a:ext cx="59436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5544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actions + decisions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116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 d'utilisation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0116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0116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: acteurs + fonctionnalites du systeme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2860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468880"/>
            <a:ext cx="59436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4688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necessite un autre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260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9260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9260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est optionnel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22860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3832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00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Dict. technique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383280"/>
            <a:ext cx="5943600" cy="429768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3832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par table : type, contraintes, FK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2026-03-24T09:05:20Z</dcterms:created>
  <dcterms:modified xsi:type="dcterms:W3CDTF">2026-03-24T09:05:20Z</dcterms:modified>
</cp:coreProperties>
</file>