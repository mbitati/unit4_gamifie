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un contre-exemple : une table unique 'tout_en_un' avec artiste+album+session mélangés. Demander aux étudiants de trouver les anomalies.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PIÈGE CLASSIQUE que les étudiants confondent : atomicité 1NF (valeur indivisible dans une cellule) vs atomicité ACID (transaction tout-ou-rien). DEUX CONCEPTS DIFFÉRENTS.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2NF est souvent triviale car la plupart des tables ont une PK simple (AUTO_INCREMENT). Elle ne concerne que les tables associatives.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règle mnémotechnique est de Codd. L'écrire au tableau et la faire répéter.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dénormalisation est un concept avancé. Pour les étudiants visant D1, c'est un bon sujet d'argumentation.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fondamental. Le fichier Excel 'tout_en_un' est fourni avec des données SwissSound mélangées.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Normalisation 1NF 2NF 3NF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· Formes normales · Dénormalisation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M1 D1 | LO1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Unit 4 — Database Design &amp; Development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normaliser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 d'INSERTION : impossible d'ajouter un genre sans artiste (si tout est dans une table)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8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 de MISE À JOUR : modifier le nom d'une salle dans 100 sessions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0312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 de SUPPRESSION : supprimer la dernière session d'un artiste supprime aussi l'artiste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9748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9748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normalisation ÉLIMINE ces anomalies en structurant correctement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9184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9184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formes normales : 1NF, 2NF, 3NF (suffisant pour la plupart des cas)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862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862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MLD de SwissSound devrait déjà être en 3NF si les DF sont respectées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1NF : Valeurs atomiques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Violation 1NF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genres: 'rock, jazz, pop'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telephones: '079..., 078...'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adresse: 'Rue X, 1000, Lausanne'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→ Plusieurs valeurs dans 1 cellule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→ Impossible de filtrer par genre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→ Impossible de chercher par ville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4572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914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Conforme 1NF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1463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ligne par genre (table associative)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colonne = 1 téléphone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377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rue, code_postal, ville séparés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2834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→ Chaque cellule = 1 seule valeur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291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⚠️ Atomicité 1NF ≠ Atomicité ACID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1NF=valeur indivisible | ACID=tout-ou-rien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2NF : Dépendance totale à la PK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Concerne uniquement les tables avec PK COMPOSÉE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2229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2229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2229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attribut non-clé dépend de TOUTE la PK, pas d'une partie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0057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0057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90057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GENRE_ARTISTE(→#id_genre, →#id_artiste, nom_genre)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7886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77886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77886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nom_genre dépend UNIQUEMENT de id_genre (pas du couple)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5714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65714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65714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Violation 2NF : extraire nom_genre dans la table GENRE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3543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53543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53543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GENRE_ARTISTE(→#id_genre, →#id_artiste) — sans nom_genre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41371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441371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441371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PK simple (1 seul champ) → 2NF automatiquement respectée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3NF : Pas de dépendance transitive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attribut non-clé ne dépend d'un AUTRE attribut non-clé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2229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2229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2229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SESSION(id_session, id_salle, nom_salle, tarif_salle)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0057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0057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90057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id_session → id_salle → nom_salle (transitif via id_salle)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7886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77886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77886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nom_salle et tarif_salle doivent rester dans TABLE SALLE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5714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65714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65714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SESSION(id_session, ..., →id_salle) — sans nom_salle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3543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53543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53543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mnémotechnique : chaque attribut dépend de la clé,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41371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441371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441371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TOUTE la clé, et RIEN QUE de la clé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Vérification et dénormalisation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le MLD de SwissSound : est-il en 3NF 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2229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2229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2229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oui (normalement car on a suivi les DF) → validé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0057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0057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90057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non → corriger en extrayant les attributs transitifs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7886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77886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77886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= violer volontairement une NF pour la performance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5714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65714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65714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stocker nom_artiste dans Facture pour éviter un JOIN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3543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53543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53543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un choix CONSCIENT, documenté et justifié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41371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441371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441371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SwissSound : on reste en 3NF (pas besoin de dénormaliser)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✏️ Exercice Module 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la table 'tout_en_un' fournie et identifier les violations 1NF/2NF/3NF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55448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15544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Normaliser étape par étape : 1NF → 2NF → 3NF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9456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19456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194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1945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 résultat avec le MLD SwissSound — sont-ils identiques 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3464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346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28346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 la différence entre atomicité 1NF et atomicité ACID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4747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4747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Argumenter un cas de dénormalisation (pour D1)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1480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1148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15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créer une table volontairement non normalisée et montrer les 3 types d'anomalies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Nettoyeur de Tables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Nettoyez les tables non normalisées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Correction automatique + Historique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7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 de toutes les phases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1NF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atomiques : 1 cellule = 1 valeur (≠ ACID !)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2NF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 totale à la PK composée (PK simple → auto OK)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3NF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DF transitive : clé, toute la clé, rien que la clé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Anomalies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Insertion, mise à jour, suppression — causées par la non-normalisation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Dénormalisation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volontaire pour performance (choix conscient et documenté)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</dc:title>
  <dc:subject>PptxGenJS Presentation</dc:subject>
  <dc:creator>PptxGenJS</dc:creator>
  <cp:lastModifiedBy>PptxGenJS</cp:lastModifiedBy>
  <cp:revision>1</cp:revision>
  <dcterms:created xsi:type="dcterms:W3CDTF">2026-03-22T04:50:55Z</dcterms:created>
  <dcterms:modified xsi:type="dcterms:W3CDTF">2026-03-22T04:50:55Z</dcterms:modified>
</cp:coreProperties>
</file>