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un contre-exemple : table unique 'tout_en_un' → demander de trouver les anomalies.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1NF = chaque cellule = 1 valeur. Si on peut decomposer, c'est pas atomique.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PIEGE CLASSIQUE. Ecrire les 2 definitions au tableau cote a cote. Faire repeter.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2NF est souvent triviale car la plupart des tables ont une PK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regle de Codd est fondamentale. L'ecrire au tableau et la faire repeter.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denormalisation est un concept avance pour D1.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Fichier Excel 'tout_en_un' fourni avec donnees SwissSound melangees.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Normalisation 1NF 2NF 3NF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Anomalies, formes normales, atomicite 1NF vs ACID, denormalisation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M1 D1 | LO1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normaliser 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d'INSERTION : impossible d'ajouter un genre sans artiste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de MISE A JOUR : modifier le nom d'une salle dans 100 sessions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de SUPPRESSION : supprimer la derniere session = perte artiste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Merise : 'Si un client ne demande qu'un devis et qu'on le supprime...'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normalisation ELIMINE ces anomalies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formes normales : 1NF, 2NF, 3NF (suffisant pour 99% des cas)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MLD de SwissSound DEVRAIT deja etre en 3NF si les DF sont respectees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1NF : Valeurs atomiques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cellule contient UNE SEULE valeur indivisible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: genres = 'rock, jazz, pop' (liste dans 1 cellule)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: telephones = '079..., 078...' (plusieurs valeurs)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: adresse = 'Rue X, 1000, Lausanne' (composee)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: table associative genre_artiste (1 ligne par genre)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: separer rue, code_postal, ville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Merise : propriete SIMPLE = non decomposable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 : Atomicite 1NF ≠ Atomicite ACID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DEUX CONCEPTS COMPLETEMENT DIFFERENTS 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ATOMICITE 1NF : chaque CELLULE contient 1 valeur indivisible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Concerne la STRUCTURE des tables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'rock, jazz' dans 1 cellule = violation 1NF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ATOMICITE ACID : une TRANSACTION est tout-ou-rien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Concerne les OPERATIONS (INSERT, UPDATE, DELETE)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BEGIN → operations → COMMIT (tout) ou ROLLBACK (rien)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mot, sens TOTALEMENT DIFFERENT. Question d'examen classique 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2NF : Dependance totale a la PK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 UNIQUEMENT les tables avec PK COMPOSEE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attribut non-cle depend de TOUTE la PK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GENRE_ARTISTE(id_genre#, id_artiste#, nom_genre)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nom_genre depend UNIQUEMENT de id_genre (pas du couple)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Violation 2NF → extraire nom_genre dans table GENRE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: GENRE_ARTISTE(id_genre#, id_artiste#) sans nom_genre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PK simple (1 seul champ) → 2NF automatiquement respectee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3NF : Pas de dependance transitive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attribut non-cle ne depend d'un AUTRE attribut non-cle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: SESSION(id_session, id_salle, nom_salle, tarif_salle)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id_session → id_salle → nom_salle (TRANSITIF)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nom_salle et tarif_salle doivent rester dans TABLE SALLE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: SESSION(id_session, ..., →id_salle) sans nom_salle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 mnemonique de Codd 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'Chaque attribut depend de la cle, de TOUTE la cle, et RIEN QUE de la cle'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et denormalisation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le MLD de SwissSound : est-il en 3NF 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oui (normalement car on a suivi les DF) → valide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non → corriger en extrayant les attributs transitifs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DENORMALISATION = violer VOLONTAIREMENT une NF pour la performance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stocker nom_artiste dans Facture pour eviter un JOIN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: requete plus rapide | Inconvenient : redondance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choix CONSCIENT et DOCUMENTE (pas une erreur !)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D1 : argumenter un cas de denormalisation = bon point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Module 7 — normaliser une table 'brute'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Prendre la table 'tout_en_un' fournie (fichier Excel)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Identifier les violations 1NF (listes, champs composes)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Identifier les violations 2NF (si PK composee)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Identifier les violations 3NF (DF transitives)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Normaliser etape par etape : 1NF → 2NF → 3NF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Comparer le resultat avec le MLD SwissSound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Expliquer la difference atomicite 1NF vs ACID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: creer une table volontairement non normalisee et montrer les 3 anomalies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Nettoyeur de Tables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Nettoyez les tables non normalisees 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 Module 7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22860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1NF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0" y="594360"/>
            <a:ext cx="5943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594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atomiques : 1 cellule = 1 valeur (≠ ACID !)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33272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332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2NF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033272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0332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Dependance totale a la PK composee (PK simple → auto OK)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72184"/>
            <a:ext cx="22860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72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3NF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472184"/>
            <a:ext cx="5943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4721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DF transitive : cle, toute la cle, rien que la cle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11096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110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Atomicite 1NF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1911096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191109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INDIVISIBLE dans une cellule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50008"/>
            <a:ext cx="22860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3500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Atomicite ACID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350008"/>
            <a:ext cx="5943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3500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TOUT-OU-RIEN (BEGIN/COMMIT/ROLLBACK)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2788920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27889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Insertion, mise a jour, suppression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27832"/>
            <a:ext cx="22860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Denormalisation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3227832"/>
            <a:ext cx="5943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32278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volontaire pour performance (choix documente)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2026-03-24T09:20:39Z</dcterms:created>
  <dcterms:modified xsi:type="dcterms:W3CDTF">2026-03-24T09:20:39Z</dcterms:modified>
</cp:coreProperties>
</file>