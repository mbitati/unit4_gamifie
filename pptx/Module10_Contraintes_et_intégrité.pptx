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Ecrire chaque contrainte au tableau. Pour chaque, demander : 'Quel message d'erreur si on viole ?' Les étudiants doivent mémoriser les codes d'erreur.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clé : 'Si on supprime un artiste, que deviennent ses albums ?' RESTRICT = on bloque. 'Et ses associations genre_artiste ?' CASCADE = on supprime les associations.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 TABLE est essentiel pour corriger le schema sans tout recreer. Faire faire en live dans HeidiSQL.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CRUCIAL : essayer de violer CHAQUE contrainte et noter l'erreur. C'est le meilleur apprentissage. Ça prépare directement la LO3 (tests).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recapitulatif a afficher. Les etudiants doivent pouvoir justifier CHAQUE contrainte par une regle de gestion du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GESCOM : les exercices du sandbox utilisent la meme BDD que le cours 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autonome. Les etudiants documentent chaque test : contrainte, valeur, erreur obtenue.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Contraintes et integrite referentielle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UNIQUE, CHECK, FK CASCADE/RESTRICT, ALTER TABLE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M2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6 contraintes MySQL — recapitulatif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NULL : valeur obligatoire — erreur 1048 si NULL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UNIQUE : pas de doublon — erreur 1062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PRIMARY KEY : NOT NULL + UNIQUE + 1 seule par table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 : condition booleenne (prix &gt;= 0) — erreur 3819 (MySQL 8.0.16+)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DEFAULT : valeur par defaut (actif = TRUE, date = CURDATE())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AUTO_INCREMENT : numerotation automatique (1, 2, 3...)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FOREIGN KEY : les 4 comportements ON DELETE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: supprimer parent → supprime les enfants automatiquement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 NULL : supprimer parent → FK des enfants = NULL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: BLOQUE la suppression si enfants existent (par defaut)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: identique a RESTRICT en MySQL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album→artiste RESTRICT | genre_artiste→genre CASCADE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equipement→salle SET NULL | session→artiste RESTRICT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depend du METIER, pas de la technique !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 TABLE : modifier apres creation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ADD COLUMN pseudo VARCHAR(50);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DROP COLUMN pseudo;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MODIFY email VARCHAR(200) NOT NULL;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album ADD CONSTRAINT chk_prix CHECK (prix &gt;= 0);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album DROP CONSTRAINT chk_prix;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ADD INDEX idx_nom (nom);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: SHOW CREATE TABLE artiste;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 les contraintes — erreurs MySQL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NULL sur NOT NULL → Erreur 1048 (Column cannot be null)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doublon UNIQUE → Erreur 1062 (Duplicate entry)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FK inexistante → Erreur 1452 (Cannot add child row)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violant CHECK → Erreur 3819 (Check constraint violated)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parent avec enfants RESTRICT → Erreur 1451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erreur PROUVE que la contrainte fonctionne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ces erreurs = base pour le plan de tests (LO3)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SwissSound : contraintes par table (recapitulatif)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artiste : nom NOT NULL, email NOT NULL UNIQUE, actif DEFAULT TRUE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 : titre NOT NULL, prix CHECK &gt;= 0, id_artiste FK RESTRICT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 : nom NOT NULL UNIQUE, tarif CHECK &gt; 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ingenieur : nom NOT NULL, prenom NOT NULL, tarif CHECK &gt; 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: heure_fin CHECK &gt; heure_debut, 3 FK RESTRICT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equipement : id_salle FK SET NULL (equipement sans salle)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: montant NOT NULL CHECK &gt; 0, statut ENUM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Exercices GESCOM lies — sur la BDD GESCOM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bac a sable SQL → Charger GESCOM (17 tables)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: SELECT * FROM article LIMIT 10;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: INSERT un article avec NOFAM inexistant → erreur FK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: Trouver les articles en rupture (QTESTO &lt; QTEMIN)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: Compter les clients par categorie (GROUP BY NOCAT)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29 exercices GESCOM progressifs sont disponibles en ligne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10 — a faire en HeidiSQL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8686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Ajouter les contraintes manquantes avec ALTER TABLE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3716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Tester NOT NULL : INSERT artiste avec nom = NULL → erreur 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187452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745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Tester UNIQUE : INSERT artiste avec email existant → erreur 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37744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37744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Tester FK : INSERT album avec id_artiste = 999 → erreur ?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Tester CHECK : INSERT album avec prix = -5 → erreur 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338328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832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Tester CASCADE : DELETE genre → genre_artiste supprime ?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82296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3886200"/>
            <a:ext cx="45720" cy="47548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8862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: creer un guide des erreurs MySQL (erreur → cause → solution)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La Chaine de Contraintes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371600" y="246888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Assemblez les bonnes contraintes pour proteger les donnees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 Module 10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6400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NULL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743200" y="6400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2834640" y="640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Obligatoire — erreur 1048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97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0" y="10972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2834640" y="1097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doublon — erreur 1062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5544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0" y="15544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15544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(prix&gt;=0) — erreur 3819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0116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CASCADE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0" y="20116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2834640" y="20116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 enfants avec parent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RESTRICT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0" y="24688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24688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si enfants — erreur 1451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926080"/>
            <a:ext cx="22860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260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SET NULL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926080"/>
            <a:ext cx="5943600" cy="4297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29260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→ NULL si parent supprime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22860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383280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 TABLE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0" y="3383280"/>
            <a:ext cx="5943600" cy="42976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2834640" y="3383280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apres creation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2026-03-24T08:01:32Z</dcterms:created>
  <dcterms:modified xsi:type="dcterms:W3CDTF">2026-03-24T08:01:32Z</dcterms:modified>
</cp:coreProperties>
</file>