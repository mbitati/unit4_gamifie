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MySQL 8.0.16, CHECK était accepté mais IGNORÉ ! Vérifier la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choix du comportement dépend du MÉTIER. Poser la question : 'Si on supprime un artiste, que deviennent ses albums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 TABLE est essentiel pour corriger le schéma sans tout recréer.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: essayer volontairement de violer chaque contrainte et noter l'erreur. C'est le meilleur apprentissage.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module prépare directement le Module 17 (plan de tests).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Contraintes et intégrité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· UNIQUE · CHECK · FK CASCADE/RESTRICT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P2 M2 | LO2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6 contraintes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NULL : valeur obligatoire (rejet si vide)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 : pas de doublon dans la colonne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KEY : NOT NULL + UNIQUE + 1 seule par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: condition booléenne (prix &gt;= 0, heure_fin &gt; heure_debut)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DEFAULT : valeur par défaut si non spécifié (actif = TRUE)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AUTO_INCREMENT : numérotation automatique (1, 2, 3...)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CHECK est réellement appliqué depuis MySQL 8.0.16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 : les 4 comportements ON DELETE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: supprimer le parent → supprime les enfants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0589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0589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0589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NULL : supprimer le parent → FK des enfants = NULL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9738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9738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9738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: bloquer la suppression si enfants existent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8887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8887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38887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: identique à RESTRICT en MySQL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88036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185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185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7185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album→artiste : RESTRICT (garder l'historique)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63340"/>
            <a:ext cx="8229600" cy="46405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6334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6334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equipement→salle : SET NULL (équipement reste mais sans salle)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54830"/>
            <a:ext cx="8229600" cy="46405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354830"/>
            <a:ext cx="45720" cy="46405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54830"/>
            <a:ext cx="7818120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genre_artiste→artiste : CASCADE (supprimer les associations)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 TABLE : modifier après création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ADD COLUMN pseudo VARCHAR(50);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DROP COLUMN pseudo;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MODIFY email VARCHAR(200) NOT NULL;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album ADD CONSTRAINT chk_prix CHECK (prix &gt;= 0);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album DROP CONSTRAINT chk_prix;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 artiste ADD INDEX idx_nom (nom);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: SHOW CREATE TABLE artiste;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 les contraintes — erreurs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NULL sur NOT NULL → Erreur 1048 (Column cannot be null)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doublon UNIQUE → Erreur 1062 (Duplicate entry)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avec FK invalide → Erreur 1452 (Cannot add child row)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violant CHECK → Erreur 3819 (Check constraint violated)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parent avec RESTRICT → Erreur 1451 (Cannot delete parent row)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erreur est une PREUVE que la contrainte fonctionne 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062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ces erreurs = base pour le plan de tests (LO3)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Module 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contraintes manquantes avec ALTER TABLE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chaque contrainte avec un INSERT invalide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: contrainte testée, valeur insérée, erreur obtenue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ON DELETE CASCADE sur genre_artiste (supprimer un genre)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0896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ON DELETE RESTRICT sur album (essayer de supprimer un artiste avec albums)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521208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45720" cy="5212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57600"/>
            <a:ext cx="7818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créer un 'guide des erreurs MySQL' pour SwissSound (erreur → cause → solution)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La Chaîne de Contraintes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Assemblez les bonnes contraintes pour protéger les données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NULL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obligatoire — erreur 1048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 — erreur 1062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(prix&gt;=0) — erreur 3819 (MySQL 8.0.16+)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 CASCADE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parent → supprime enfants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 RESTRICT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suppression si enfants existent — erreur 1451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FK SET NULL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parent → FK enfants = NULL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ALTER TABLE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contraintes après création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</dc:title>
  <dc:subject>PptxGenJS Presentation</dc:subject>
  <dc:creator>PptxGenJS</dc:creator>
  <cp:lastModifiedBy>PptxGenJS</cp:lastModifiedBy>
  <cp:revision>1</cp:revision>
  <dcterms:created xsi:type="dcterms:W3CDTF">2026-03-22T04:57:45Z</dcterms:created>
  <dcterms:modified xsi:type="dcterms:W3CDTF">2026-03-22T04:57:45Z</dcterms:modified>
</cp:coreProperties>
</file>