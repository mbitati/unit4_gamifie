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L'exécution est systématique. Chaque test, un par un, documenté.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bug corrigé peut en créer un autre ! D'où les tests de régression.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M4 est le critère Merit. Il faut aller au-delà de la simple exécution et ANALYSER.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module clôture la LO3. L'étudiant a un plan de test exécuté et évalué.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3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Exécution et évaluation tests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· Corriger · Évaluer efficacité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P4 M4 | LO3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Exécuter les tests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HeidiSQL, se connecter à swisssound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05890"/>
            <a:ext cx="8229600" cy="46405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0589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0589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cas de test du plan (Module 17)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9738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738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9738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Exécuter l'entrée (INSERT, SELECT, GRANT...)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88870"/>
            <a:ext cx="8229600" cy="46405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8887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8887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Noter le résultat OBTENU (message, nb lignes, erreur)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Comparer avec le résultat ATTENDU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1850"/>
            <a:ext cx="8229600" cy="46405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185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7185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Statut : OK (conforme) ou KO (bug trouvé)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6334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6334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6334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le tableau Excel fourni avec les résultats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54830"/>
            <a:ext cx="8229600" cy="46405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5483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5483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 les écrans des cas KO (preuve)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Corriger les bugs trouvés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trouvé → documenter : description, cause probable, priorité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: ALTER TABLE, UPDATE, GRANT, CREATE/ALTER PROCEDURE...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RE-TESTER le cas après correction → doit passer en 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régression : les AUTRES tests marchent encore 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: tester → trouver bug → corriger → re-tester → valider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la correction dans le rapport de test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Évaluer l'efficacité des tests (M4)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couverture : nb cas testés / nb fonctionnalités totales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 des données : normales + limites + erronées pour chaque cas 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trouvés : combien ? Quelle gravité ? Tous corrigés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: les tests étaient-ils suffisants 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: tests supplémentaires à ajouter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demande de JUSTIFIER le choix des données de test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1-2 paragraphes d'analyse argumentée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18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les 20 cas de test du plan (Module 17)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le tableau Excel (résultat obtenu + statut)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au moins 3 bugs et les corriger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Re-tester après correction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taux de couverture final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 paragraphe d'évaluation M4 (efficacité + justification données)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ajouter 5 tests de cas limites extrêmes non prévus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F3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La Chasse aux Bugs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Trouvez les 10 bugs cachés dans SwissSound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18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Exécution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par cas : exécuter, noter résultat, comparer, statut OK/KO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: description, cause, priorité, correction, re-test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Régression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correction, vérifier que les autres tests marchent encore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Couverture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tests / nb fonctionnalités — viser 100%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le CHOIX des données + analyser l'efficacité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18</dc:title>
  <dc:subject>PptxGenJS Presentation</dc:subject>
  <dc:creator>PptxGenJS</dc:creator>
  <cp:lastModifiedBy>PptxGenJS</cp:lastModifiedBy>
  <cp:revision>1</cp:revision>
  <dcterms:created xsi:type="dcterms:W3CDTF">2026-03-22T04:56:50Z</dcterms:created>
  <dcterms:modified xsi:type="dcterms:W3CDTF">2026-03-22T04:56:50Z</dcterms:modified>
</cp:coreProperties>
</file>