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L'exécution est systématique. Un par un, documenté.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sur le cycle et les tests de régression.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M4 = Merit. Aller au-delà de l'exécution et ANALYSER.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Vérifier que tout est complet avant de passer à LO4.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 module clôture la LO3.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F3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E6510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18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Execution et evaluation des tests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Executer, corriger, regression, couverture, M4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P4 M4 | LO3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Executer les tests — methode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cas du plan (Module 17) 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Executer l'entree dans HeidiSQL (INSERT, SELECT, GRANT...)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Noter le resultat OBTENU (message, nb lignes, erreur)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Comparer avec le resultat ATTENDU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Statut : OK (conforme) ou KO (bug trouve)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Capturer les ecrans des cas KO (preuve)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8620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862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Remplir le tableau Excel fourni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Corriger les bugs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trouve → documenter : description, cause, priorite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 : ALTER TABLE, UPDATE, GRANT, PROCEDURE...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RE-TESTER le cas apres correction → doit passer en OK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de REGRESSION : les AUTRES tests marchent encore 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: tester → corriger → RE-TESTER → valider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bug corrige peut en creer un autre !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8620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862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correction dans le rapport de test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Evaluer l'efficacite des tests (M4)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couverture : nb cas testes / nb fonctionnalites totales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Pertinence des donnees : normales + limites + erronees pour chaque 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trouves : combien ? Gravite ? Tous corriges 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: les tests etaient-ils suffisants 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 : tests supplementaires a ajouter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 demande de JUSTIFIER le choix des donnees de test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8620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862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Rediger 1-2 paragraphes d'analyse argumentee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Checklist fin de LO3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64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test avec 20+ cas (Module 17) → fait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60170"/>
            <a:ext cx="8229600" cy="46405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6017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6017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documentee (tableau Excel rempli) → fait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51660"/>
            <a:ext cx="8229600" cy="464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5166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5166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identifies, corriges et re-testes → fait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43150"/>
            <a:ext cx="8229600" cy="46405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4315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4315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 regression passes → fait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8229600" cy="464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3464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3464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de tracabilite complete → fait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26130"/>
            <a:ext cx="8229600" cy="46405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2613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2613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couverture calcule → fait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17620"/>
            <a:ext cx="8229600" cy="464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1762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1762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M4 redigee (1-2 paragraphes) → fait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309110"/>
            <a:ext cx="8229600" cy="46405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4309110"/>
            <a:ext cx="45720" cy="46405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30911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d'ecran des cas KO → fait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18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Executer les 20 cas du plan sur SwissSound dans HeidiSQL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Remplir le tableau Excel (resultat obtenu + statut OK/KO)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Identifier au moins 3 bugs et les corriger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Re-tester apres correction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Calculer le taux de couverture final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Rediger l'evaluation M4 (efficacite + justification)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86200"/>
            <a:ext cx="45720" cy="4754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862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: 5 tests supplementaires non prevus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F3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La Chasse aux Bugs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371600" y="24688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Trouvez les 10 bugs caches dans SwissSound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 Module 18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57200" y="640080"/>
            <a:ext cx="2286000" cy="42976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Execution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743200" y="640080"/>
            <a:ext cx="5943600" cy="42976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6" name="Text 4"/>
          <p:cNvSpPr/>
          <p:nvPr/>
        </p:nvSpPr>
        <p:spPr>
          <a:xfrm>
            <a:off x="2834640" y="6400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par cas, documenter resultat, statut OK/KO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2860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0972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0" y="1097280"/>
            <a:ext cx="59436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2834640" y="10972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Description, cause, priorite, correction, re-test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554480"/>
            <a:ext cx="2286000" cy="42976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544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0" y="1554480"/>
            <a:ext cx="5943600" cy="42976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4" name="Text 12"/>
          <p:cNvSpPr/>
          <p:nvPr/>
        </p:nvSpPr>
        <p:spPr>
          <a:xfrm>
            <a:off x="2834640" y="15544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 correction, les autres tests marchent encore ?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22860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0116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Couverture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0" y="2011680"/>
            <a:ext cx="59436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2834640" y="20116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tests / nb fonctionnalites — viser 100%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2286000" cy="42976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4688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36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M4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0" y="2468880"/>
            <a:ext cx="5943600" cy="429768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2" name="Text 20"/>
          <p:cNvSpPr/>
          <p:nvPr/>
        </p:nvSpPr>
        <p:spPr>
          <a:xfrm>
            <a:off x="2834640" y="24688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Justifier le CHOIX des donnees + analyser efficacite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2026-03-24T08:01:32Z</dcterms:created>
  <dcterms:modified xsi:type="dcterms:W3CDTF">2026-03-24T08:01:32Z</dcterms:modified>
</cp:coreProperties>
</file>