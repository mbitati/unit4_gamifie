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MLD : MCD → schéma relationnel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passage, PK, FK, tables associatives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P1 M1 | LO1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Passage MCD → MLD : les règles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Chaque entité → une table avec ses attributs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L'identifiant → clé primaire (PK)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Association 1:N → FK du côté N (côté 'plusieurs')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Association N:M → table associative avec 2 FK (PK composée)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Association 1:1 → FK du côté CIF (0,1 ou 1,1)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Notation MLD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TABLE(#PK, attribut1, attribut2, →FK_autre_table)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= clé primaire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= clé étrangère (foreign key)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 : ALBUM(#id_album, titre, date_sortie, prix, →id_artiste)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→id_artiste référence ARTISTE(#id_artiste)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associative (N:M)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--(0,N)-- Artiste : un genre a plusieurs artistes, un artiste a plusieurs genres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GENRE_ARTISTE(→#id_genre, →#id_artiste)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composée des 2 FK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avoir des attributs propres (ex: date_association)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 appelée 'table de liaison' ou 'table pivot'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MLD complet de SwissSound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GENRE(#id_genre, nom, description)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57960"/>
            <a:ext cx="8229600" cy="38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579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579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ARTISTE(#id_artiste, nom, prenom, email, telephone, date_inscription, actif)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643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643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643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GENRE_ARTISTE(→#id_genre, →#id_artiste)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70760"/>
            <a:ext cx="8229600" cy="38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707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707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ALBUM(#id_album, titre, date_sortie, nb_pistes, prix, →id_artiste)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71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71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771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SALLE(#id_salle, nom, capacite, tarif_horaire, equipee_isolation)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83560"/>
            <a:ext cx="8229600" cy="38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835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835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INGENIEUR(#id_ingenieur, nom, prenom, specialite, tarif_horaire)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899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4899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4899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EQUIPEMENT(#id_equipement, nom, categorie, marque, valeur, etat, →id_salle)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96360"/>
            <a:ext cx="8229600" cy="38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963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963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SESSION(#id_session, date, heure_debut, heure_fin, statut, →id_artiste, →id_salle, →id_ingenieur)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02760"/>
            <a:ext cx="8229600" cy="38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302760"/>
            <a:ext cx="54864" cy="386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02760"/>
            <a:ext cx="77724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FACTURE(#id_facture, date, montant_total, statut, →id_artiste, →id_session)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6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6 — MLD : MCD → schéma relationnel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Passage MCD → MLD : les règles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entité → une table avec ses attributs | L'identifiant → clé primaire (PK) | Association 1:N → FK du côté N (côté 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Notation MLD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TABLE(#PK, attribut1, attribut2, →FK_autre_table) | # = clé primaire | → = clé étrangère (foreign key)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associative (N:M)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--(0,N)-- Artiste : un genre a plusieurs artistes, un artiste a plusieurs genres | → GENRE_ARTISTE(→#id_genre, →#i...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MLD complet de SwissSound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GENRE(#id_genre, nom, description) | ARTISTE(#id_artiste, nom, prenom, email, telephone, date_inscription, actif) | GENR...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— MLD : MCD → schéma relationnel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