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MCD est le cœur de la LO1. C'est ici qu'on 'dessine' la BDD avant de la coder.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Règle : si on peut compter les occurrences → c'est une entité. Si c'est une propriété d'une entité → c'est un attribut.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L'association ternaire Session(Artiste, Salle, Ingénieur) est un bon exemple pour SwissSound.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cardinalités sont le concept le plus difficile pour les étudiants. Prendre beaucoup d'exemples concrets.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CIF est le pont entre le MCD et le MLD. C'est elle qui détermine où migrent les FK.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⚠️ PIÈGE CLASSIQUE : Merise et UML mettent les chiffres de côtés INVERSÉS ! Toujours bien préciser quelle notation on utilise.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le MCD au tableau progressivement en ajoutant les entités une par 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principal de la LO1. Le MCD doit avoir 8+ entités.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36576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74320" y="21945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MCD entités CIF cardinalités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 · Merise vs UML · CIF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SwissSound Studios | BTEC: P1 M1 | LO1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Unit 4 — Database Design &amp;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MCD : Modèle Conceptuel de Données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GRAPHIQUE des données et leurs relations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du SGBD (pas de SQL, pas de types MySQL)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clé : traduit les besoins en structure visuelle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notations : Merise (française) et UML (internationale)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 DD + matrice DF + graphe | Sortie : schéma MCD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Draw.io (gratuit), MySQL Workbench (EER)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Entités, identifiants, attributs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= objet du monde réel ayant une existence propre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Artiste, Album, Salle, Session, Facture, Ingénieur, Genre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= attribut qui identifie de façon unique (souligné)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id_artiste, id_album, id_salle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= propriétés de l'entité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Artiste a nom, prenom, email, telephone, date_inscription, actif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Associations : les relations entre entités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= lien sémantique entre 2+ entités (verbe)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876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8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'enregistre' Album | Session 'utilise' Salle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10312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association a un NOM (verbe à l'infinitif)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9748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9748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association peut avoir des ATTRIBUTS propres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9184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Genre_Artiste pourrait avoir 'date_association'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45720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8620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: binaire (2 entités), ternaire (3), réflexive (1 entité avec elle-même)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Cardinalités Merise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côté d'une association a une cardinalité (min, max)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 : zéro ou un — optionnel, maximum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(1,1) : exactement un — obligatoire, exactement 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 : zéro ou plusieurs — optionnel, pas de limite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(1,N) : un ou plusieurs — obligatoire, au moins 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: 'Un artiste enregistre (1,N) albums' = au moins 1 album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'Un album est enregistré par (1,1) artiste' = exactement 1 artiste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 : Contrainte d'Intégrité Fonctionnelle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= quand un côté a la cardinalité (0,1) ou (1,1)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2229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02229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02229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côté qui recevra la FK lors du passage MCD→MLD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90057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90057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--(1,1)-- Salle : chaque session est dans UNE salle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77886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77886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77886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FK id_salle ira dans la table Session (côté 1,1)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65714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65714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265714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--(1,1)-- Artiste : chaque album a UN auteur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53543"/>
            <a:ext cx="8229600" cy="560397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53543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853543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FK id_artiste ira dans la table Album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441371"/>
            <a:ext cx="8229600" cy="5603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441371"/>
            <a:ext cx="45720" cy="560397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41371"/>
            <a:ext cx="7818120" cy="5603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CIF si les deux côtés sont (0,N) ou (1,N) → table associative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Merise vs UML : attention aux côtés 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206240" cy="4572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Merise (cardinalités)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Cardinalités du CÔTÉ de l'entité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Artiste (1,N) — (1,1) Album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Un artiste a 1..N albums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Un album a 1..1 artiste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Association en losange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CIF = côté (0,1) ou (1,1)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45720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(multiplicités)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Multiplicités du côté OPPOSÉ !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Artiste 1..1 ——— 1..* Album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Un artiste a 1..* albums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= Un album a 1..1 artiste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291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Trait avec nom + multiplicités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Navigabilité = direction de la FK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MCD de SwissSound — les associations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144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--(1,N)-- Album : un artiste enregistre 1 ou plusieurs albums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4287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87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4287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--(0,N)-- Genre (via Genre_Artiste, N:M) : genres multiples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431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431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431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--(1,1)-- Artiste : chaque session a un artiste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574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574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574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--(1,1)-- Salle : chaque session utilise une salle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9718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--(1,1)-- Ingénieur : chaque session a un ingénieur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861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861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861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--(1,1)-- Artiste : chaque facture concerne un artiste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000500"/>
            <a:ext cx="8229600" cy="48691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400050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0050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--(0,1)-- Session : une facture peut être liée à une session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14850"/>
            <a:ext cx="8229600" cy="48691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514850"/>
            <a:ext cx="45720" cy="48691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514850"/>
            <a:ext cx="781812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 --(0,1)-- Salle : un équipement peut être dans une salle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Exercice Module 5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Dessiner le MCD complet de SwissSound (Draw.io ou papier)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Placer les cardinalités sur chaque association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94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1945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toutes les CIF (côtés 0,1 ou 1,1)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834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28346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cohérence avec le graphe des DF (Module 4)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4747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association réflexive : Artiste 'collabore_avec' Artiste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1148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 : convertir le MCD Merise en notation UML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4572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🎮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Mini-jeu : Le Constructeur de MCD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Classez entités vs attributs de SwissSound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Correction automatique + Historique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Déblocable après complétion de toutes les phases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96012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9601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graphique : entités + associations + cardinalités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6304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identifiable (Artiste, Album, Salle...)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659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96596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entre entités, nommé avec un verbe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4688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Cardinalités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246888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834640" y="24688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(min,max) : (0,1), (1,1), (0,N), (1,N)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71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97180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Côté (0,1) ou (1,1) → recevra la FK en MLD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2860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4747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Merise vs UML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3474720"/>
            <a:ext cx="5943600" cy="47548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28" name="Text 26"/>
          <p:cNvSpPr/>
          <p:nvPr/>
        </p:nvSpPr>
        <p:spPr>
          <a:xfrm>
            <a:off x="2834640" y="347472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Cardinalités de côtés INVERSÉS !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22860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9776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N:M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0" y="3977640"/>
            <a:ext cx="5943600" cy="47548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CIF → table associative obligatoire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05</dc:title>
  <dc:subject>PptxGenJS Presentation</dc:subject>
  <dc:creator>PptxGenJS</dc:creator>
  <cp:lastModifiedBy>PptxGenJS</cp:lastModifiedBy>
  <cp:revision>1</cp:revision>
  <dcterms:created xsi:type="dcterms:W3CDTF">2026-03-22T04:50:55Z</dcterms:created>
  <dcterms:modified xsi:type="dcterms:W3CDTF">2026-03-22T04:50:55Z</dcterms:modified>
</cp:coreProperties>
</file>