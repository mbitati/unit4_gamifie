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 distinguer DDL (structure) vs DML (donnees).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Decortiquer chaque ligne. Faire taper aux etudiants dans HeidiSQL.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DELETE RESTRICT vs CASCADE : le choix depend du METIER.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 classique : creer session avant salle → erreur 1215.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conventions facilitent la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etudiants tapent le script eux-memes, pas de copier-coller.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DATABASE et TABLE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types MySQL, ordre de creation FK, contraintes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P2 | LO2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: Data Definition Language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= commandes qui DEFINISSENT la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DATABASE swisssound CHARACTER SET utf8mb4;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swisssound; — selectionner la base active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nom_table (...);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nom_table ADD/DROP/MODIFY ...;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TABLE IF EXISTS nom_table;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TABLES; — lister | SHOW CREATE TABLE artiste; — voir structure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≠ DML : DDL = structure, DML = donnees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TABLE — syntaxe complete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artiste (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1412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41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141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id_artiste INT AUTO_INCREMENT PRIMARY KEY,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5100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510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510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 VARCHAR(100) NOT NULL,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8788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878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878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prenom VARCHAR(100) DEFAULT NULL,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2476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2476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2476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VARCHAR(150) NOT NULL UNIQUE,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6164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616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616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telephone VARCHAR(20) DEFAULT NULL,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9852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3985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85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date_inscription DATE NOT NULL DEFAULT (CURDATE()),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3540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8354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354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actif BOOLEAN NOT NULL DEFAULT TRUE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7228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722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722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) COMMENT = 'Artistes SwissSound';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Cles etrangeres dans CREATE TABLE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album (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34687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34687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34687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id_album INT AUTO_INCREMENT PRIMARY KEY,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92135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92135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92135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titre VARCHAR(200) NOT NULL,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49582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49582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49582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prix DECIMAL(8,2) DEFAULT NULL,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07029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207029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07029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id_artiste INT NOT NULL,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4476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564476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4476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CONSTRAINT fk_album_artiste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1924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921924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21924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FOREIGN KEY (id_artiste)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79371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79371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79371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REFERENCES artiste(id_artiste)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36818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636818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636818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ON DELETE RESTRICT ON UPDATE CASCADE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94265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994265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94265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);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51713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351713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51713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= on ne peut pas supprimer un artiste qui a des albums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Ordre de creation (dependances FK)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 REFERENCEE doit exister AVANT la table qui la REFERENCE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34687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34687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34687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— ordre correct 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92135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92135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92135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genre (aucune FK)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49582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49582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49582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artiste (aucune FK)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07029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207029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07029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genre_artiste (FK → genre + artiste)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4476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564476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4476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album (FK → artiste)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1924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921924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21924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salle (aucune FK) | ingenieur (aucune FK)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79371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79371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79371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equipement (FK → salle)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36818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636818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636818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 session_enregistrement (FK → artiste + salle + ingenieur)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94265"/>
            <a:ext cx="8229600" cy="33001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994265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94265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8. facture (FK → artiste + session)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51713"/>
            <a:ext cx="8229600" cy="3300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351713"/>
            <a:ext cx="45720" cy="33001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51713"/>
            <a:ext cx="7863840" cy="33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SUPPRESSION : ORDRE INVERSE 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Bonnes pratiques et astuces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TABLE IF EXISTS artiste; — pas d'erreur si absente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IF NOT EXISTS artiste; — idem pour creation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= 'description' — documenter chaque 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AUTO_INCREMENT commence a 1 par defaut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 utf8mb4 — accents et emojis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en minuscules avec underscores : session_enregistrement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Prefixer les contraintes : fk_album_artiste, chk_prix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SHOW CREATE TABLE pour verifier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Exercices sur GESCOM et SwissSound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Ecrire le script DDL complet SwissSound (9 tables)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Respecter l'ordre de creation (FK)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Ajouter toutes les contraintes PK, FK, NOT NULL, UNIQUE, CHECK, DEFAULT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Verifier chaque table avec SHOW CREATE 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Sur GESCOM (bac a sable SQL) : explorer les 17 tables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Exercice GESCOM #1 : SELECT NOART, DESART, NOFAM FROM article;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ecrire le script DROP en ordre inverse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L'Architecte SQL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Construisez la BDD dans le bon ordre 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Module 9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594360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594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DROP, SHOW — modifie la STRUCTURE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33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33272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332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avec type + contraintes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72184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72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Ordre FK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472184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472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referencee AVANT table qui reference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11096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110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IF EXISTS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1911096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9110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sans erreur si absente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500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CREATE TABLE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350008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3500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la structure complete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Nommage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788920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788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Minuscules, underscores, prefixes (fk_, chk_)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27832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3227832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227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chaque table et colonne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2026-03-24T09:20:40Z</dcterms:created>
  <dcterms:modified xsi:type="dcterms:W3CDTF">2026-03-24T09:20:40Z</dcterms:modified>
</cp:coreProperties>
</file>