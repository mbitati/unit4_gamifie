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DDL vs DML : DDL modifie la STRUCTURE, DML modifie les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Décortiquer chaque ligne : type, contrainte, default. Faire taper aux étudiants dans HeidiSQL.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ON DELETE RESTRICT = on ne peut pas supprimer un artiste qui a des albums. ON UPDATE CASCADE = si on change l'id artiste, ça se propage.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Erreur classique : essayer de créer session avant salle → erreur 1215. L'ordre est crucial.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conventions facilitent la maintenance et la lisibilité.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complet fourni dans sql/00_swisssound_create.sql. Les étudiants doivent le taper eux-mêmes.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DATABASE et TABLE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· Types MySQL · Ordre de création FK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DDL : Data Definition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= commandes qui DÉFINISSENT la structure de la BDD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DATABASE swisssound CHARACTER SET utf8mb4;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swisssound;  -- sélectionner la base active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TABLE nom_table (...);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nom_table ADD/DROP/MODIFY ...;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TABLE IF EXISTS nom_table;  -- suppression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TABLES;  -- lister les tables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CREATE TABLE artiste;  -- voir la structure complète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TABLE — syntaxe complète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TABLE artiste (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5128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3512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512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id_artiste INT AUTO_INCREMENT PRIMARY KEY,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8816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881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7881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nom VARCHAR(100) NOT NULL,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2504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250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2250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prenom VARCHAR(100) DEFAULT NULL,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66192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6619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6192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email VARCHAR(150) NOT NULL UNIQUE,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9880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0988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988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telephone VARCHAR(20) DEFAULT NULL,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53568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5356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5356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date_inscription DATE NOT NULL DEFAULT (CURDATE()),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97256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725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9725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actif BOOLEAN NOT NULL DEFAULT TRUE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40944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4094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4094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COMMENT = 'Artistes SwissSound';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Clés étrangères dans CREATE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TABLE album (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71847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71847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71847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id_album INT AUTO_INCREMENT PRIMARY KEY,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29295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62929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629295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titre VARCHAR(200) NOT NULL,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986742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86742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986742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prix DECIMAL(8,2) DEFAULT NULL,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344189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344189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344189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id_artiste INT NOT NULL,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701636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701636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701636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CONSTRAINT fk_album_artiste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059084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059084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059084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FOREIGN KEY (id_artiste)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416531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416531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416531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REFERENCES artiste(id_artiste)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773978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773978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73978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ON DELETE RESTRICT ON UPDATE CASCADE,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131425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413142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131425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CONSTRAINT chk_prix CHECK (prix IS NULL OR prix &gt;= 0)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488873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4488873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488873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Ordre de création (dépendances FK)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La table RÉFÉRENCÉE doit exister AVANT la table qui la RÉFÉRENCE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271847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71847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71847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— ordre correct 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29295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62929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629295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genre (aucune FK)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986742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86742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986742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artiste (aucune FK)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344189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344189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344189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genre_artiste (FK → genre + artiste)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701636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701636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701636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album (FK → artiste)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059084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059084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059084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salle (aucune FK) | ingenieur (aucune FK)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416531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416531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416531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equipement (FK → salle)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773978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773978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73978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session_enregistrement (FK → artiste + salle + ingenieur)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131425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413142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131425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facture (FK → artiste + session)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488873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4488873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488873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de suppression : ORDRE INVERSE !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Astuces et bonnes pratiques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TABLE IF EXISTS artiste;  — pas d'erreur si la table n'existe pas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TABLE IF NOT EXISTS artiste ...;  — idem pour la création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= 'description' — documenter chaque table et colonne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AUTO_INCREMENT commence à 1 par défaut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SET utf8mb4 — support des accents et emojis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des noms en minuscules avec underscores : session_enregistrement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Préfixer les contraintes : fk_album_artiste, chk_prix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9 : créer SwissSound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le script DDL complet (CREATE DATABASE + 9 tables)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Respecter l'ordre de création (FK)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toutes les contraintes PK, FK, NOT NULL, UNIQUE, CHECK, DEFAULT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COMMENT sur chaque colonne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 dans HeidiSQL et vérifier avec SHOW TABLES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chaque table avec SHOW CREATE TABLE nom;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écrire le script de destruction (DROP) en ordre inverse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L'Architecte SQL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Construisez la BDD dans le bon ordre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9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ALTER, DROP, SHOW — modifie la STRUCTURE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TABLE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colonnes avec type + contraintes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Ordre FK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référencée AVANT table qui référence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DROP IF EXISTS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sans erreur si table absente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CREATE TABLE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la structure complète d'une table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Nommage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Minuscules, underscores, préfixes contraintes (fk_, chk_)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</dc:title>
  <dc:subject>PptxGenJS Presentation</dc:subject>
  <dc:creator>PptxGenJS</dc:creator>
  <cp:lastModifiedBy>PptxGenJS</cp:lastModifiedBy>
  <cp:revision>1</cp:revision>
  <dcterms:created xsi:type="dcterms:W3CDTF">2026-03-22T04:56:49Z</dcterms:created>
  <dcterms:modified xsi:type="dcterms:W3CDTF">2026-03-22T04:56:49Z</dcterms:modified>
</cp:coreProperties>
</file>