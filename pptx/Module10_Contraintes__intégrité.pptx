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Contraintes &amp; intégrité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UNIQUE, CHECK, FK CASCADE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Database Design &amp; Development | SwissSound Studios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: P2 M2 | LO2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contraintes MySQL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: valeur obligatoire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611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11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11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: pas de doublons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707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707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707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: NOT NULL + UNIQUE + 1 seule par table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03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803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: condition (prix &gt; 0, annee BETWEEN 1900 AND 2100)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899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899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899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: valeur par défaut si non spécifié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995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995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995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AUTO_INCREMENT : numérotation automatique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Clés étrangères et comportements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(col) REFERENCES table(pk)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611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11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11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DELETE CASCADE : supprime les enfants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707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707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707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DELETE SET NULL : met la FK à NULL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03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803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DELETE RESTRICT : bloque la suppression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899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899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899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UPDATE CASCADE : propage la modification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995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995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995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selon le contexte métier 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 TABLE : modifier après création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artiste ADD COLUMN pseudo VARCHAR(50);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album ADD CONSTRAINT chk_prix CHECK (prix &gt;= 0);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album DROP CONSTRAINT chk_prix;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artiste MODIFY email VARCHAR(200) NOT NULL;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SHOW CREATE TABLE artiste; pour vérifier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 les contraintes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avec valeur NULL sur NOT NULL → erreur 1048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avec doublon sur UNIQUE → erreur 1062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avec FK invalide → erreur 1452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avec CHECK violé → erreur 3819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chaque erreur = base pour LO3 (tests)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Mini-jeu : Module 10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+ Score + Correction automatique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 sur Vercel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10 — Contraintes &amp; intégrité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Ce mémo se débloque quand toutes les phases du module sont terminées 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contraintes MySQL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: valeur obligatoire | UNIQUE : pas de doublons | PRIMARY KEY : NOT NULL + UNIQUE + 1 seule par table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Clés étrangères et comportements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(col) REFERENCES table(pk) | ON DELETE CASCADE : supprime les enfants | ON DELETE SET NULL : met la FK à NUL...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 TABLE : modifier après création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artiste ADD COLUMN pseudo VARCHAR(50); | ALTER TABLE album ADD CONSTRAINT chk_prix CHECK (prix &gt;= 0); | ALTE...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 les contraintes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avec valeur NULL sur NOT NULL → erreur 1048 | INSERT avec doublon sur UNIQUE → erreur 1062 | INSERT avec FK inval...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 — Contraintes &amp; intégrité</dc:title>
  <dc:subject>PptxGenJS Presentation</dc:subject>
  <dc:creator>Tatiana Mbi</dc:creator>
  <cp:lastModifiedBy>Tatiana Mbi</cp:lastModifiedBy>
  <cp:revision>1</cp:revision>
  <dcterms:created xsi:type="dcterms:W3CDTF">2026-03-22T04:42:30Z</dcterms:created>
  <dcterms:modified xsi:type="dcterms:W3CDTF">2026-03-22T04:42:30Z</dcterms:modified>
</cp:coreProperties>
</file>