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Toujours vérifier les droits après GRANT avec SHOW GRANTS.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Exercice : dessiner la matrice de droits au tableau et vérifier que chaque rôle a le minimum nécessaire.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Suisse, la LPD (Loi sur la Protection des Données) s'aligne sur le RGPD européen.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D2 est un critère Distinction. Les étudiants doivent ARGUMENTER, pas juste décrire.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 module clôture la LO2. L'étudiant a maintenant un système complet avec SQL + sécurité.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47A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40480"/>
            <a:ext cx="9144000" cy="1303020"/>
          </a:xfrm>
          <a:prstGeom prst="rect">
            <a:avLst/>
          </a:prstGeom>
          <a:solidFill>
            <a:srgbClr val="1565C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36576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16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274320" y="219456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Sécurité RGPD chiffrement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 · REVOKE · Moindre privilège · AES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SwissSound Studios | BTEC: M2 D2 | LO2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Gestion des utilisateurs MySQL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CREATE USER 'comptable'@'localhost' IDENTIFIED BY 'C0mpt@ble!';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GRANT SELECT, INSERT ON swisssound.facture TO 'comptable'@'localhost';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REVOKE INSERT ON swisssound.facture FROM 'comptable'@'localhost';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DROP USER 'comptable'@'localhost';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FLUSH PRIVILEGES;  -- appliquer les changements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GRANTS FOR 'comptable'@'localhost';  -- vérifier les droits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Principe du moindre privilège — SwissSound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admin_studio : ALL PRIVILEGES (seul compte avec DELETE/DROP)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ingenieur_son : SELECT + INSERT + UPDATE sur sessions, SELECT salles/artistes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comptable : SELECT + INSERT + UPDATE sur factures, SELECT artistes/sessions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 : SELECT + INSERT + UPDATE sur artistes, SELECT genres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JAMAIS : GRANT ALL TO everyone — faille de sécurité majeure !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rôle = uniquement les droits nécessaires au travail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20624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2062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2062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Vues pour limiter l'accès : la reception voit v_artistes_actifs, pas la table complète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RGPD : les 7 principes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46405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Licéité : base légale pour traiter les données (consentement, contrat...)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05890"/>
            <a:ext cx="8229600" cy="46405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0589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0589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Limitation des finalités : collecter pour un but précis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1897380"/>
            <a:ext cx="8229600" cy="46405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189738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189738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Minimisation : ne collecter que le strict nécessaire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388870"/>
            <a:ext cx="8229600" cy="46405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38887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38887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Exactitude : données à jour et correctes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880360"/>
            <a:ext cx="8229600" cy="46405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288036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288036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Limitation de conservation : supprimer quand plus nécessaire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371850"/>
            <a:ext cx="8229600" cy="46405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37185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37185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Intégrité et confidentialité : protéger contre accès non autorisé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863340"/>
            <a:ext cx="8229600" cy="46405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386334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86334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Responsabilité : documenter et prouver la conformité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4354830"/>
            <a:ext cx="8229600" cy="46405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" y="435483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435483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SwissSound : emails + téléphones des artistes = données personnelles RGPD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Chiffrement et D2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46405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AES_ENCRYPT(email, 'cle_secrete') → stockage chiffré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405890"/>
            <a:ext cx="8229600" cy="46405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0589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0589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AES_DECRYPT(email_chiffre, 'cle_secrete') → lecture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897380"/>
            <a:ext cx="8229600" cy="46405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189738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189738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SHA2('motdepasse', 256) → hash irréversible (pour les mots de passe)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388870"/>
            <a:ext cx="8229600" cy="46405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38887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38887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JAMAIS stocker un mot de passe en clair !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880360"/>
            <a:ext cx="8229600" cy="46405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288036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288036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 : évaluer l'efficacité de la solution SwissSound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371850"/>
            <a:ext cx="8229600" cy="46405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37185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37185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Forces : 3NF, intégrité FK, contraintes, vues de sécurité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863340"/>
            <a:ext cx="8229600" cy="46405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386334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86334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Faiblesses : pas de chiffrement par défaut, pas d'audit trail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4354830"/>
            <a:ext cx="8229600" cy="46405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" y="435483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435483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Améliorations : backup automatique, logs d'accès, SSL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Exercice Module 16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 les 4 utilisateurs SwissSound avec mots de passe forts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Attribuer les droits selon la matrice (GRANT)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Tester : se connecter comme 'ingenieur_son' et essayer DELETE → bloqué !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Rédiger la politique RGPD de SwissSound (1 page)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Chiffrer les emails avec AES_ENCRYPT (optionnel)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 D2 : évaluation critique complète + 5 améliorations argumentées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47A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0" y="4572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</a:rPr>
              <a:t>🎮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Mini-jeu : Le Coffre-Fort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Donnez les bons GRANT sans créer de faille !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0" y="3291840"/>
            <a:ext cx="4572000" cy="54864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6" name="Text 4"/>
          <p:cNvSpPr/>
          <p:nvPr/>
        </p:nvSpPr>
        <p:spPr>
          <a:xfrm>
            <a:off x="2286000" y="32918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Lancer le jeu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📋 Mémo Module 16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8229600" cy="274320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486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Déblocable après complétion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22860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96012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 USER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743200" y="960120"/>
            <a:ext cx="5943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8" name="Text 6"/>
          <p:cNvSpPr/>
          <p:nvPr/>
        </p:nvSpPr>
        <p:spPr>
          <a:xfrm>
            <a:off x="2834640" y="96012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'nom'@'localhost' IDENTIFIED BY 'motdepasse'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46304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GRANT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3200" y="146304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2" name="Text 10"/>
          <p:cNvSpPr/>
          <p:nvPr/>
        </p:nvSpPr>
        <p:spPr>
          <a:xfrm>
            <a:off x="2834640" y="146304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Donner des droits : GRANT SELECT ON table TO user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1965960"/>
            <a:ext cx="22860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196596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REVOKE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0" y="1965960"/>
            <a:ext cx="5943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6" name="Text 14"/>
          <p:cNvSpPr/>
          <p:nvPr/>
        </p:nvSpPr>
        <p:spPr>
          <a:xfrm>
            <a:off x="2834640" y="196596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Retirer des droits : REVOKE INSERT ON table FROM user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46888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46888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Moindre privilège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0" y="246888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0" name="Text 18"/>
          <p:cNvSpPr/>
          <p:nvPr/>
        </p:nvSpPr>
        <p:spPr>
          <a:xfrm>
            <a:off x="2834640" y="246888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Uniquement les droits STRICTEMENT nécessaires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971800"/>
            <a:ext cx="22860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297180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RGPD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0" y="2971800"/>
            <a:ext cx="5943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4" name="Text 22"/>
          <p:cNvSpPr/>
          <p:nvPr/>
        </p:nvSpPr>
        <p:spPr>
          <a:xfrm>
            <a:off x="2834640" y="297180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personnelles : consentement, minimisation, droit à l'oubli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347472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347472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743200" y="347472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8" name="Text 26"/>
          <p:cNvSpPr/>
          <p:nvPr/>
        </p:nvSpPr>
        <p:spPr>
          <a:xfrm>
            <a:off x="2834640" y="347472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ENCRYPT/DECRYPT : chiffrement réversible pour données sensibles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22860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397764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SHA2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743200" y="3977640"/>
            <a:ext cx="5943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32" name="Text 30"/>
          <p:cNvSpPr/>
          <p:nvPr/>
        </p:nvSpPr>
        <p:spPr>
          <a:xfrm>
            <a:off x="2834640" y="397764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 irréversible pour mots de passe (jamais en clair !)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16</dc:title>
  <dc:subject>PptxGenJS Presentation</dc:subject>
  <dc:creator>PptxGenJS</dc:creator>
  <cp:lastModifiedBy>PptxGenJS</cp:lastModifiedBy>
  <cp:revision>1</cp:revision>
  <dcterms:created xsi:type="dcterms:W3CDTF">2026-03-22T04:57:45Z</dcterms:created>
  <dcterms:modified xsi:type="dcterms:W3CDTF">2026-03-22T04:57:45Z</dcterms:modified>
</cp:coreProperties>
</file>