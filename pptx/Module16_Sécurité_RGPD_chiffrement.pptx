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Sécurité, RGPD, chiffrement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GRANT, REVOKE, moindre privilège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M2 D2 | LO2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des utilisateurs MySQL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USER 'comptable'@'localhost' IDENTIFIED BY 'MotDePasse!';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GRANT SELECT, INSERT ON swisssound.facture TO 'comptable';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REVOKE INSERT ON swisssound.facture FROM 'comptable';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USER 'comptable'@'localhost';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 PRIVILEGES; (appliquer les changements)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Principe du moindre privilège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UNIQUEMENT les droits strictement nécessaires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61160"/>
            <a:ext cx="8229600" cy="5791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611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611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admin_studio : ALL PRIVILEGES (seul admin)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707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707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707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ingenieur_son : SELECT/INSERT/UPDATE sur sessions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8229600" cy="5791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8803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8803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comptable : SELECT/INSERT/UPDATE sur factures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4899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4899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4899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reception : SELECT/INSERT sur artistes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99560"/>
            <a:ext cx="8229600" cy="5791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40995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995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JAMAIS de GRANT ALL à tout le monde !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RGPD et protection des données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personnelles : nom, email, téléphone des artistes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d'accès : l'artiste peut demander ses données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à l'effacement : 'droit à l'oubli'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: informer de la collecte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transfrontalier : attention aux serveurs hors Suisse/UE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Chiffrement + D2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AES_ENCRYPT(email, 'clé_secrète') → stockage chiffré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AES_DECRYPT(email_chiffre, 'clé_secrète') → lecture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Mots de passe : ne JAMAIS stocker en clair → hash (SHA2)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: évaluer l'efficacité de SwissSound + 5 améliorations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Penser : performances, sécurité, scalabilité, UX, maintenance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16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16 — Sécurité, RGPD, chiffrement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des utilisateurs MySQL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USER 'comptable'@'localhost' IDENTIFIED BY 'MotDePasse!'; | GRANT SELECT, INSERT ON swisssound.facture TO 'compta...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Principe du moindre privilège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UNIQUEMENT les droits strictement nécessaires | admin_studio : ALL PRIVILEGES (seul admin) | ingenieur_son : SELE...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RGPD et protection des données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personnelles : nom, email, téléphone des artistes | Droit d'accès : l'artiste peut demander ses données | Droit 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Chiffrement + D2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AES_ENCRYPT(email, 'clé_secrète') → stockage chiffré | AES_DECRYPT(email_chiffre, 'clé_secrète') → lecture | Mots de pas...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Sécurité, RGPD, chiffrement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