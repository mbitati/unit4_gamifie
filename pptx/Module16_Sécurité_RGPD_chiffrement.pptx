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Toujours vérifier avec SHOW GRANTS après un GRANT.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Dessiner la matrice de droits au tableau.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Suisse, la LPD s'aligne sur le RGPD.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Chiffrement = reversible (données). Hash = irréversible (mots de passe).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D2 = Distinction. ARGUMENTER, pas juste décrire.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module clôture la LO2.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36576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Securite, RGPD, chiffrement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GRANT, REVOKE, moindre privilege, AES, RGPD, D2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Studios | BTEC: M2 D2 | LO2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Gestion des utilisateurs MySQL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USER 'comptable'@'localhost' IDENTIFIED BY 'Str0ng!';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GRANT SELECT, INSERT ON swisssound.facture TO 'comptable'@'localhost';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7452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74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REVOKE INSERT ON swisssound.facture FROM 'comptable'@'localhost';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7744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7744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DROP USER 'comptable'@'localhost';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88036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803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 PRIVILEGES; — appliquer les changements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38328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832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GRANTS FOR 'comptable'@'localhost'; — verifier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Moindre privilege — matrice SwissSound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admin_studio : ALL PRIVILEGES (seul avec DELETE/DROP)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ingenieur_son : SELECT + INSERT + UPDATE sessions, SELECT salles/artistes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7452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74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comptable : SELECT + INSERT + UPDATE factures, SELECT artistes/sessions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7744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7744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: SELECT + INSERT + UPDATE artistes, SELECT genres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88036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803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: GRANT ALL TO everyone !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38328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832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role = uniquement les droits NECESSAIRES au travail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88620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862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pour limiter : reception voit v_artistes_actifs, pas la table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RGPD / LPD : les 7 principes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640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Liceite : base legale (consentement, contrat...)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60170"/>
            <a:ext cx="8229600" cy="46405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6017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60170"/>
            <a:ext cx="786384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Limitation des finalites : but precis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51660"/>
            <a:ext cx="8229600" cy="4640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5166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51660"/>
            <a:ext cx="786384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Minimisation : strict necessaire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43150"/>
            <a:ext cx="8229600" cy="46405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4315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43150"/>
            <a:ext cx="786384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Exactitude : donnees a jour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4640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83464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34640"/>
            <a:ext cx="786384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Limitation de conservation : supprimer quand inutile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26130"/>
            <a:ext cx="8229600" cy="46405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32613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26130"/>
            <a:ext cx="786384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Integrite et confidentialite : proteger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17620"/>
            <a:ext cx="8229600" cy="4640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81762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17620"/>
            <a:ext cx="786384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Responsabilite : documenter la conformite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09110"/>
            <a:ext cx="8229600" cy="46405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30911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309110"/>
            <a:ext cx="786384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: emails + telephones = donnees personnelles RGPD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Chiffrement et hash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AES_ENCRYPT(email, 'cle') → stockage chiffre (reversible)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AES_DECRYPT(email_chiffre, 'cle') → lecture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7452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74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SHA2('motdepasse', 256) → hash IRREVERSIBLE (mots de passe)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7744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7744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stocker un mot de passe en clair 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88036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803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&gt; SHA2 pour les mots de passe (salt integre)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38328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832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pour les connexions reseau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88620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862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chiffre avec GPG ou AES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D2 : evaluer l'efficacite de la solution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640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: 3NF, FK, contraintes, vues securisees, GRANT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60170"/>
            <a:ext cx="8229600" cy="46405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6017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60170"/>
            <a:ext cx="786384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Faiblesses : pas de chiffrement par defaut, pas d'audit trail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51660"/>
            <a:ext cx="8229600" cy="4640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5166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51660"/>
            <a:ext cx="786384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multi-sites, pas d'historique des tarifs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43150"/>
            <a:ext cx="8229600" cy="46405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4315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43150"/>
            <a:ext cx="786384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Ameliorations proposees 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4640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83464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34640"/>
            <a:ext cx="786384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Cloud (AWS RDS, Supabase) pour haute disponibilite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26130"/>
            <a:ext cx="8229600" cy="46405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32613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26130"/>
            <a:ext cx="786384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API REST pour application mobile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17620"/>
            <a:ext cx="8229600" cy="4640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81762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17620"/>
            <a:ext cx="786384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Dashboard BI (Metabase) pour le directeur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09110"/>
            <a:ext cx="8229600" cy="46405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30911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309110"/>
            <a:ext cx="786384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Backup automatise + monitoring performances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Module 16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Creer les 4 utilisateurs SwissSound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GRANT selon la matrice (admin, ingenieur, comptable, reception)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7452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74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 : connexion ingenieur → DELETE artiste → erreur 1142 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7744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7744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Rediger politique RGPD SwissSound (1 page)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88036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803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Chiffrer les emails avec AES_ENCRYPT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383280"/>
            <a:ext cx="4572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832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D2 : evaluation critique + 5 ameliorations argumentees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Mini-jeu : Le Coffre-Fort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371600" y="2468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Donnez les bons GRANT sans creer de faille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 Module 16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2286000" cy="42976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USER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0" y="640080"/>
            <a:ext cx="5943600" cy="42976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2834640" y="640080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nom@localhost IDENTIFIED BY 'motdepasse'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286000" cy="4297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9728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1097280"/>
            <a:ext cx="5943600" cy="4297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097280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des droits sur une table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554480"/>
            <a:ext cx="2286000" cy="42976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55448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REVOKE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1554480"/>
            <a:ext cx="5943600" cy="42976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1554480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Retirer des droits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2286000" cy="4297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01168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Moindre privilege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0" y="2011680"/>
            <a:ext cx="5943600" cy="4297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2834640" y="2011680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strictement necessaire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2286000" cy="42976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46888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RGPD/LPD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0" y="2468880"/>
            <a:ext cx="5943600" cy="42976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2468880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Consentement, minimisation, droit oubli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2286000" cy="4297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92608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0" y="2926080"/>
            <a:ext cx="5943600" cy="4297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6" name="Text 24"/>
          <p:cNvSpPr/>
          <p:nvPr/>
        </p:nvSpPr>
        <p:spPr>
          <a:xfrm>
            <a:off x="2834640" y="2926080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reversible (donnees)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2286000" cy="42976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38328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SHA2/bcrypt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0" y="3383280"/>
            <a:ext cx="5943600" cy="42976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0" name="Text 28"/>
          <p:cNvSpPr/>
          <p:nvPr/>
        </p:nvSpPr>
        <p:spPr>
          <a:xfrm>
            <a:off x="2834640" y="3383280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irreversible (mots de passe)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2026-03-24T08:01:32Z</dcterms:created>
  <dcterms:modified xsi:type="dcterms:W3CDTF">2026-03-24T08:01:32Z</dcterms:modified>
</cp:coreProperties>
</file>