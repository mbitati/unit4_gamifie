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Toujours vérifier les droits après GRANT avec SHOW GRANTS.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: dessiner la matrice de droits au tableau et vérifier que chaque rôle a le minimum nécessaire.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Suisse, la LPD (Loi sur la Protection des Données) s'aligne sur le RGPD européen.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 est un critère Distinction. Les étudiants doivent ARGUMENTER, pas juste décrire.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module clôture la LO2. L'étudiant a maintenant un système complet avec SQL + sécurité.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16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RGPD chiffrement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· REVOKE · Moindre privilège · AES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M2 D2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Gestion des utilisateurs MySQL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USER 'comptable'@'localhost' IDENTIFIED BY 'C0mpt@ble!';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GRANT SELECT, INSERT ON swisssound.facture TO 'comptable'@'localhost';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REVOKE INSERT ON swisssound.facture FROM 'comptable'@'localhost';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USER 'comptable'@'localhost';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 PRIVILEGES;  -- appliquer les changements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GRANTS FOR 'comptable'@'localhost';  -- vérifier les droits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Principe du moindre privilège —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admin_studio : ALL PRIVILEGES (seul compte avec DELETE/DROP)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ingenieur_son : SELECT + INSERT + UPDATE sur sessions, SELECT salles/artistes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comptable : SELECT + INSERT + UPDATE sur factures, SELECT artistes/sessions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 : SELECT + INSERT + UPDATE sur artistes, SELECT genres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: GRANT ALL TO everyone — faille de sécurité majeure !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rôle = uniquement les droits nécessaires au travail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pour limiter l'accès : la reception voit v_artistes_actifs, pas la table complète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RGPD : les 7 principes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Licéité : base légale pour traiter les données (consentement, contrat...)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Limitation des finalités : collecter pour un but précis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Minimisation : ne collecter que le strict nécessaire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Exactitude : données à jour et correctes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Limitation de conservation : supprimer quand plus nécessaire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Intégrité et confidentialité : protéger contre accès non autorisé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Responsabilité : documenter et prouver la conformité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emails + téléphones des artistes = données personnelles RGPD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Chiffrement et D2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AES_ENCRYPT(email, 'cle_secrete') → stockage chiffré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AES_DECRYPT(email_chiffre, 'cle_secrete') → lecture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SHA2('motdepasse', 256) → hash irréversible (pour les mots de passe)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stocker un mot de passe en clair 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: évaluer l'efficacité de la solution SwissSound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Forces : 3NF, intégrité FK, contraintes, vues de sécurité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Faiblesses : pas de chiffrement par défaut, pas d'audit trail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Améliorations : backup automatique, logs d'accès, SSL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les 4 utilisateurs SwissSound avec mots de passe forts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Attribuer les droits selon la matrice (GRANT)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: se connecter comme 'ingenieur_son' et essayer DELETE → bloqué 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la politique RGPD de SwissSound (1 page)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Chiffrer les emails avec AES_ENCRYPT (optionnel)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D2 : évaluation critique complète + 5 améliorations argumentées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Coffre-Fort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Donnez les bons GRANT sans créer de faille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16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USER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'nom'@'localhost' IDENTIFIED BY 'motdepasse'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GRANT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des droits : GRANT SELECT ON table TO user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REVOKE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 des droits : REVOKE INSERT ON table FROM user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Moindre privilège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Uniquement les droits STRICTEMENT nécessaires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RGPD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: consentement, minimisation, droit à l'oubli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ENCRYPT/DECRYPT : chiffrement réversible pour données sensibles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irréversible pour mots de passe (jamais en clair !)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