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immédiat : poser des DF et demander vrai/faux. 'num_tel → nom_personne ?' → Oui (un numéro = une personne). 'nom_personne → num_tel ?' → Non (homonymes).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DF transitive est le concept clé pour la normalisation. Si on garde nom_salle dans la table Session, on aura des anomalies de mise à jour.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au tableau avec 5-6 données de SwissSound. Les étudiants copient et complètent.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comment lire la matrice. id_artiste détermine nom, prenom, email (ligne id_artiste = 1,1,1). id_artiste est une SOURCE (colonne id_artiste = que des 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graphe aide à 'voir' la structure avant de dessiner le MCD. Les sources deviennent les entités, les dépendants deviennent les attributs.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le lien explicite : chaque source du graphe = une entité. Chaque dépendance = un attribut. Chaque DF entre sources = une relation.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clé du module. La matrice et le graphe préparent le MCD (module suivant).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36576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219456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Dépendances fonctionnelles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des DF · Graphe SAT/SRE · Sources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SwissSound Studios | BTEC: P1 M1 | LO1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Unit 4 — Database Design &amp; Development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Dépendance fonctionnelle (DF)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B signifie : connaître A suffit pour déterminer B de façon UNIQUE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876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0876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id_artiste → nom_artiste ✅ (un id = un seul nom, toujours)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0312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0312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nom_artiste → id_artiste ❌ (homonymes possibles !)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822960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9748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9748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DF est un concept LOGIQUE, pas technique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9184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9184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décrit comment les données sont liées dans la RÉALITÉ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822960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8620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8862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la base mathématique de la normalisation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de DF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ÉLÉMENTAIRE : le côté gauche ne peut pas être réduit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2229"/>
            <a:ext cx="8229600" cy="560397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2229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02229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id_artiste → nom_artiste (élémentaire)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90057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90057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90057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(id_artiste, id_album) → nom_artiste (pas élémentaire, id_artiste suffit)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77886"/>
            <a:ext cx="8229600" cy="560397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77886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77886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DIRECTE : pas d'intermédiaire entre A et 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65714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65714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65714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id_artiste → nom_artiste (direct)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53543"/>
            <a:ext cx="8229600" cy="560397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53543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853543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TRANSITIVE : A → B → C, donc A → C indirectement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441371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441371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441371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id_session → id_salle → nom_salle (transitive, à éliminer en 3NF)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Construire la matrice des DF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croisé : données en LIGNES et en COLONNES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876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0876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case (A, B) : mettre 1 si A → B, sinon 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0312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0312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Commencer par les identifiants (id_artiste, id_album, id_salle...)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822960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9748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9748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SOURCES = données qui déterminent d'autres mais ne sont déterminées par aucune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9184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9184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= futures CLÉS PRIMAIRES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822960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8620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8862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: parcourir le DD ligne par ligne, se demander 'qui détermine qui ?'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Matrice des DF — Extrait SwissSound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id_art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nom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prenom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email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id_alb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titre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id_sal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nom_sal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id_artiste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id_album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id_salle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graphe des DF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Représentation VISUELLE de la matrice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2229"/>
            <a:ext cx="8229600" cy="560397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2229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02229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donnée = un nœud (cercle)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90057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90057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90057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DF = une flèche de A vers 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77886"/>
            <a:ext cx="8229600" cy="560397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77886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77886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= nœuds SANS flèche entrante (pas déterminés par d'autres)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65714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65714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65714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= futures ENTITÉS avec leur identifiant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53543"/>
            <a:ext cx="8229600" cy="560397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53543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853543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nœuds dépendants = futurs ATTRIBUTS de ces entités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441371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441371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441371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: dessiner le graphe de SwissSound (Draw.io ou papier)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 DF au MCD : le pont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id_artiste (→ nom, prenom, email, tel, date) = entité ARTISTE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876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0876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id_album (→ titre, date_sortie, prix, nb_pistes) = entité ALBUM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0312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0312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id_salle (→ nom_salle, capacite, tarif) = entité SALLE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822960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9748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9748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id_album dépend aussi de id_artiste → relation Album-Artiste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9184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9184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DF transitives indiquent des relations entre entités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822960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8620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8862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graphe des DF prépare DIRECTEMENT le MCD du module suivant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✏️ Exercice Module 4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0" cy="56692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9144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Compléter la matrice des DF pour les 8 entités principales de SwissSound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54480"/>
            <a:ext cx="457200" cy="56692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5448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15544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toutes les SOURCES de la matrice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194560"/>
            <a:ext cx="457200" cy="56692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945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19456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Dessiner le graphe des DF complet (Draw.io ou papier)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34640"/>
            <a:ext cx="457200" cy="56692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8346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283464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DF TRANSITIVES et expliquer pourquoi elles posent problème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474720"/>
            <a:ext cx="457200" cy="56692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747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34747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Entourer les sources → ce seront les entités du MCD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114800"/>
            <a:ext cx="457200" cy="56692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1148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" y="41148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: trouver un cas de DF transitive et montrer l'anomalie qu'elle causerait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0" y="4572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🎮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Mini-jeu : Le Détective des Dépendances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Identifiez les dépendances fonctionnelles entre données 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 Lancer le jeu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Correction automatique + Historique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Mémo Module 4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Déblocable après complétion de toutes les phases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2860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→ 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0" y="960120"/>
            <a:ext cx="59436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96012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Connaître A suffit pour déterminer B de façon unique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22860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630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DF élémentaire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1463040"/>
            <a:ext cx="59436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46304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côté gauche ne peut pas être réduit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22860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9659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DF transitive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0" y="1965960"/>
            <a:ext cx="59436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6" name="Text 14"/>
          <p:cNvSpPr/>
          <p:nvPr/>
        </p:nvSpPr>
        <p:spPr>
          <a:xfrm>
            <a:off x="2834640" y="196596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B → C : dépendance indirecte, à éliminer en 3NF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22860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4688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0" y="2468880"/>
            <a:ext cx="59436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0" name="Text 18"/>
          <p:cNvSpPr/>
          <p:nvPr/>
        </p:nvSpPr>
        <p:spPr>
          <a:xfrm>
            <a:off x="2834640" y="246888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 non déterminée par d'autres → future PK/entité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22860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9718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Matrice des DF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0" y="2971800"/>
            <a:ext cx="59436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4" name="Text 22"/>
          <p:cNvSpPr/>
          <p:nvPr/>
        </p:nvSpPr>
        <p:spPr>
          <a:xfrm>
            <a:off x="2834640" y="297180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croisé avec 1 si DF existe, 0 sinon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22860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4747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Graphe des DF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0" y="3474720"/>
            <a:ext cx="59436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8" name="Text 26"/>
          <p:cNvSpPr/>
          <p:nvPr/>
        </p:nvSpPr>
        <p:spPr>
          <a:xfrm>
            <a:off x="2834640" y="347472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: nœuds + flèches, sources sans flèche entrante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22860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9776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Lien avec MCD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0" y="3977640"/>
            <a:ext cx="59436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2" name="Text 30"/>
          <p:cNvSpPr/>
          <p:nvPr/>
        </p:nvSpPr>
        <p:spPr>
          <a:xfrm>
            <a:off x="2834640" y="397764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= entités, dépendants = attributs, DF entre sources = relations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04</dc:title>
  <dc:subject>PptxGenJS Presentation</dc:subject>
  <dc:creator>PptxGenJS</dc:creator>
  <cp:lastModifiedBy>PptxGenJS</cp:lastModifiedBy>
  <cp:revision>1</cp:revision>
  <dcterms:created xsi:type="dcterms:W3CDTF">2026-03-22T04:50:55Z</dcterms:created>
  <dcterms:modified xsi:type="dcterms:W3CDTF">2026-03-22T04:50:55Z</dcterms:modified>
</cp:coreProperties>
</file>