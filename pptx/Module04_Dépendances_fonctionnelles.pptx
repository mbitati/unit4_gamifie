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Dépendances fonctionnelles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des DF, graphe SAT/SRE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P1 M1 | LO1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Dépendance fonctionnelle (DF)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→ B signifie : connaître A permet de déterminer B de façon unique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id_artiste → nom_artiste ✅ (un id = un seul nom)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nom_artiste → id_artiste ❌ (homonymes possibles)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 élémentaire : on ne peut pas réduire le côté gauche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DF directe : pas d'intermédiaire (A→B directement)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 transitive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 A → B et B → C, alors A → C (DF transitive)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Exemple : id_session → id_salle → nom_salle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id_session détermine nom_salle, mais indirectement via id_salle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3NF, on ÉLIMINE les DF transitives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nom_salle reste dans la table Salle, pas dans Session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des dépendances fonctionnelles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croisé : données en lignes ET en colonnes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5E2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Case (A,B) = 1 si A → B, sinon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SOURCES = lignes qui ne sont déterminées par aucune colonne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= futures clés primaires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Exercice : construire la matrice de SwissSound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 des DF (SAT/SRE)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visuelle des dépendances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Nœuds = données, flèches = DF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= nœuds sans flèche entrante (futures PK)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 à identifier les futures entités et leurs attributs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Valider le graphe avant de construire le MCD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4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4 — Dépendances fonctionnelles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Dépendance fonctionnelle (DF)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→ B signifie : connaître A permet de déterminer B de façon unique | id_artiste → nom_artiste ✅ (un id = un seul nom) |...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DF transitive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 → B et B → C, alors A → C (DF transitive) | Exemple : id_session → id_salle → nom_salle | id_session détermine nom_...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des dépendances fonctionnelles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croisé : données en lignes ET en colonnes | Case (A,B) = 1 si A → B, sinon 0 | Les SOURCES = lignes qui ne sont 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Graphe des DF (SAT/SRE)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visuelle des dépendances | Nœuds = données, flèches = DF | Sources = nœuds sans flèche entrante (futures 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Dépendances fonctionnelles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